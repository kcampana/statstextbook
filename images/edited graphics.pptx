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68" r:id="rId5"/>
    <p:sldId id="269" r:id="rId6"/>
    <p:sldId id="271" r:id="rId7"/>
    <p:sldId id="270" r:id="rId8"/>
    <p:sldId id="272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ECC"/>
    <a:srgbClr val="E97132"/>
    <a:srgbClr val="4C9684"/>
    <a:srgbClr val="B4D9D0"/>
    <a:srgbClr val="565680"/>
    <a:srgbClr val="9F9FBF"/>
    <a:srgbClr val="0F9ED5"/>
    <a:srgbClr val="FFBDBD"/>
    <a:srgbClr val="F0E442"/>
    <a:srgbClr val="009E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pana, Kristie L" userId="2f5bf716-4f61-4ccf-b4c5-d1f5bcf85ebf" providerId="ADAL" clId="{0FD2CDCA-528D-456A-B4DD-F0449B8A5759}"/>
    <pc:docChg chg="undo custSel addSld delSld modSld">
      <pc:chgData name="Campana, Kristie L" userId="2f5bf716-4f61-4ccf-b4c5-d1f5bcf85ebf" providerId="ADAL" clId="{0FD2CDCA-528D-456A-B4DD-F0449B8A5759}" dt="2026-05-26T21:56:53.018" v="493" actId="20577"/>
      <pc:docMkLst>
        <pc:docMk/>
      </pc:docMkLst>
      <pc:sldChg chg="del">
        <pc:chgData name="Campana, Kristie L" userId="2f5bf716-4f61-4ccf-b4c5-d1f5bcf85ebf" providerId="ADAL" clId="{0FD2CDCA-528D-456A-B4DD-F0449B8A5759}" dt="2026-05-26T21:01:54.163" v="0" actId="47"/>
        <pc:sldMkLst>
          <pc:docMk/>
          <pc:sldMk cId="913732631" sldId="256"/>
        </pc:sldMkLst>
      </pc:sldChg>
      <pc:sldChg chg="addSp delSp modSp new mod modClrScheme chgLayout">
        <pc:chgData name="Campana, Kristie L" userId="2f5bf716-4f61-4ccf-b4c5-d1f5bcf85ebf" providerId="ADAL" clId="{0FD2CDCA-528D-456A-B4DD-F0449B8A5759}" dt="2026-05-26T21:05:54.744" v="70"/>
        <pc:sldMkLst>
          <pc:docMk/>
          <pc:sldMk cId="4253836326" sldId="262"/>
        </pc:sldMkLst>
        <pc:spChg chg="del">
          <ac:chgData name="Campana, Kristie L" userId="2f5bf716-4f61-4ccf-b4c5-d1f5bcf85ebf" providerId="ADAL" clId="{0FD2CDCA-528D-456A-B4DD-F0449B8A5759}" dt="2026-05-26T21:02:05.955" v="2" actId="700"/>
          <ac:spMkLst>
            <pc:docMk/>
            <pc:sldMk cId="4253836326" sldId="262"/>
            <ac:spMk id="2" creationId="{AAA766A3-E8EF-2B87-2187-2147BD41FD59}"/>
          </ac:spMkLst>
        </pc:spChg>
        <pc:spChg chg="del">
          <ac:chgData name="Campana, Kristie L" userId="2f5bf716-4f61-4ccf-b4c5-d1f5bcf85ebf" providerId="ADAL" clId="{0FD2CDCA-528D-456A-B4DD-F0449B8A5759}" dt="2026-05-26T21:02:05.955" v="2" actId="700"/>
          <ac:spMkLst>
            <pc:docMk/>
            <pc:sldMk cId="4253836326" sldId="262"/>
            <ac:spMk id="3" creationId="{EE5DC15B-3998-D526-43B3-7CCDDF14D4A3}"/>
          </ac:spMkLst>
        </pc:spChg>
        <pc:spChg chg="del">
          <ac:chgData name="Campana, Kristie L" userId="2f5bf716-4f61-4ccf-b4c5-d1f5bcf85ebf" providerId="ADAL" clId="{0FD2CDCA-528D-456A-B4DD-F0449B8A5759}" dt="2026-05-26T21:02:05.955" v="2" actId="700"/>
          <ac:spMkLst>
            <pc:docMk/>
            <pc:sldMk cId="4253836326" sldId="262"/>
            <ac:spMk id="4" creationId="{BF901F50-50EC-5341-0577-1A8706D2DBF8}"/>
          </ac:spMkLst>
        </pc:spChg>
        <pc:spChg chg="del">
          <ac:chgData name="Campana, Kristie L" userId="2f5bf716-4f61-4ccf-b4c5-d1f5bcf85ebf" providerId="ADAL" clId="{0FD2CDCA-528D-456A-B4DD-F0449B8A5759}" dt="2026-05-26T21:02:05.955" v="2" actId="700"/>
          <ac:spMkLst>
            <pc:docMk/>
            <pc:sldMk cId="4253836326" sldId="262"/>
            <ac:spMk id="5" creationId="{F5EF0938-3682-F690-B2A9-FC08B08C9F99}"/>
          </ac:spMkLst>
        </pc:spChg>
        <pc:spChg chg="del">
          <ac:chgData name="Campana, Kristie L" userId="2f5bf716-4f61-4ccf-b4c5-d1f5bcf85ebf" providerId="ADAL" clId="{0FD2CDCA-528D-456A-B4DD-F0449B8A5759}" dt="2026-05-26T21:02:05.955" v="2" actId="700"/>
          <ac:spMkLst>
            <pc:docMk/>
            <pc:sldMk cId="4253836326" sldId="262"/>
            <ac:spMk id="6" creationId="{D4B841D4-ECC0-DCF5-525C-1B9E3B84D2CF}"/>
          </ac:spMkLst>
        </pc:spChg>
        <pc:spChg chg="add mod">
          <ac:chgData name="Campana, Kristie L" userId="2f5bf716-4f61-4ccf-b4c5-d1f5bcf85ebf" providerId="ADAL" clId="{0FD2CDCA-528D-456A-B4DD-F0449B8A5759}" dt="2026-05-26T21:05:30.075" v="62" actId="1076"/>
          <ac:spMkLst>
            <pc:docMk/>
            <pc:sldMk cId="4253836326" sldId="262"/>
            <ac:spMk id="7" creationId="{D3D7555A-2813-FDDC-8AC5-CE822B37A5FF}"/>
          </ac:spMkLst>
        </pc:spChg>
        <pc:spChg chg="add mod">
          <ac:chgData name="Campana, Kristie L" userId="2f5bf716-4f61-4ccf-b4c5-d1f5bcf85ebf" providerId="ADAL" clId="{0FD2CDCA-528D-456A-B4DD-F0449B8A5759}" dt="2026-05-26T21:05:30.075" v="62" actId="1076"/>
          <ac:spMkLst>
            <pc:docMk/>
            <pc:sldMk cId="4253836326" sldId="262"/>
            <ac:spMk id="8" creationId="{4ED41029-0A9A-B6C9-E814-B8EE7462BEED}"/>
          </ac:spMkLst>
        </pc:spChg>
        <pc:spChg chg="add mod">
          <ac:chgData name="Campana, Kristie L" userId="2f5bf716-4f61-4ccf-b4c5-d1f5bcf85ebf" providerId="ADAL" clId="{0FD2CDCA-528D-456A-B4DD-F0449B8A5759}" dt="2026-05-26T21:05:30.075" v="62" actId="1076"/>
          <ac:spMkLst>
            <pc:docMk/>
            <pc:sldMk cId="4253836326" sldId="262"/>
            <ac:spMk id="9" creationId="{C4FF3EBC-8046-4765-3BDC-B22EE63D8B5C}"/>
          </ac:spMkLst>
        </pc:spChg>
        <pc:spChg chg="add mod">
          <ac:chgData name="Campana, Kristie L" userId="2f5bf716-4f61-4ccf-b4c5-d1f5bcf85ebf" providerId="ADAL" clId="{0FD2CDCA-528D-456A-B4DD-F0449B8A5759}" dt="2026-05-26T21:05:30.075" v="62" actId="1076"/>
          <ac:spMkLst>
            <pc:docMk/>
            <pc:sldMk cId="4253836326" sldId="262"/>
            <ac:spMk id="10" creationId="{7BF33D6B-57B4-E132-D645-B9A447BD6266}"/>
          </ac:spMkLst>
        </pc:spChg>
        <pc:spChg chg="add mod">
          <ac:chgData name="Campana, Kristie L" userId="2f5bf716-4f61-4ccf-b4c5-d1f5bcf85ebf" providerId="ADAL" clId="{0FD2CDCA-528D-456A-B4DD-F0449B8A5759}" dt="2026-05-26T21:05:30.075" v="62" actId="1076"/>
          <ac:spMkLst>
            <pc:docMk/>
            <pc:sldMk cId="4253836326" sldId="262"/>
            <ac:spMk id="11" creationId="{72CEB226-0674-490E-A5AD-CCE05E3D1024}"/>
          </ac:spMkLst>
        </pc:spChg>
        <pc:grpChg chg="del mod">
          <ac:chgData name="Campana, Kristie L" userId="2f5bf716-4f61-4ccf-b4c5-d1f5bcf85ebf" providerId="ADAL" clId="{0FD2CDCA-528D-456A-B4DD-F0449B8A5759}" dt="2026-05-26T21:05:54.744" v="70"/>
          <ac:grpSpMkLst>
            <pc:docMk/>
            <pc:sldMk cId="4253836326" sldId="262"/>
            <ac:grpSpMk id="18" creationId="{FDA4D77B-73D4-8DCC-6047-ACFA7B749791}"/>
          </ac:grpSpMkLst>
        </pc:grpChg>
        <pc:grpChg chg="mod">
          <ac:chgData name="Campana, Kristie L" userId="2f5bf716-4f61-4ccf-b4c5-d1f5bcf85ebf" providerId="ADAL" clId="{0FD2CDCA-528D-456A-B4DD-F0449B8A5759}" dt="2026-05-26T21:05:54.744" v="70"/>
          <ac:grpSpMkLst>
            <pc:docMk/>
            <pc:sldMk cId="4253836326" sldId="262"/>
            <ac:grpSpMk id="20" creationId="{2539021D-D652-182C-9B5B-727B6DEEB588}"/>
          </ac:grpSpMkLst>
        </pc:grpChg>
        <pc:inkChg chg="add del">
          <ac:chgData name="Campana, Kristie L" userId="2f5bf716-4f61-4ccf-b4c5-d1f5bcf85ebf" providerId="ADAL" clId="{0FD2CDCA-528D-456A-B4DD-F0449B8A5759}" dt="2026-05-26T21:05:18.512" v="61" actId="9405"/>
          <ac:inkMkLst>
            <pc:docMk/>
            <pc:sldMk cId="4253836326" sldId="262"/>
            <ac:inkMk id="12" creationId="{BF244038-3310-20D5-DE13-002384745534}"/>
          </ac:inkMkLst>
        </pc:inkChg>
        <pc:inkChg chg="add del">
          <ac:chgData name="Campana, Kristie L" userId="2f5bf716-4f61-4ccf-b4c5-d1f5bcf85ebf" providerId="ADAL" clId="{0FD2CDCA-528D-456A-B4DD-F0449B8A5759}" dt="2026-05-26T21:05:18.206" v="60" actId="9405"/>
          <ac:inkMkLst>
            <pc:docMk/>
            <pc:sldMk cId="4253836326" sldId="262"/>
            <ac:inkMk id="13" creationId="{2B9BA3B9-3216-FE61-D973-EEF3F728A539}"/>
          </ac:inkMkLst>
        </pc:inkChg>
        <pc:inkChg chg="add del">
          <ac:chgData name="Campana, Kristie L" userId="2f5bf716-4f61-4ccf-b4c5-d1f5bcf85ebf" providerId="ADAL" clId="{0FD2CDCA-528D-456A-B4DD-F0449B8A5759}" dt="2026-05-26T21:05:38.853" v="64" actId="9405"/>
          <ac:inkMkLst>
            <pc:docMk/>
            <pc:sldMk cId="4253836326" sldId="262"/>
            <ac:inkMk id="14" creationId="{C9A6207A-1869-FEF7-B339-EBAAF2CC5E86}"/>
          </ac:inkMkLst>
        </pc:inkChg>
        <pc:inkChg chg="add mod">
          <ac:chgData name="Campana, Kristie L" userId="2f5bf716-4f61-4ccf-b4c5-d1f5bcf85ebf" providerId="ADAL" clId="{0FD2CDCA-528D-456A-B4DD-F0449B8A5759}" dt="2026-05-26T21:05:54.744" v="70"/>
          <ac:inkMkLst>
            <pc:docMk/>
            <pc:sldMk cId="4253836326" sldId="262"/>
            <ac:inkMk id="15" creationId="{8632D32F-D91E-206D-8DBA-B3B1996143C9}"/>
          </ac:inkMkLst>
        </pc:inkChg>
        <pc:inkChg chg="add mod">
          <ac:chgData name="Campana, Kristie L" userId="2f5bf716-4f61-4ccf-b4c5-d1f5bcf85ebf" providerId="ADAL" clId="{0FD2CDCA-528D-456A-B4DD-F0449B8A5759}" dt="2026-05-26T21:05:54.744" v="70"/>
          <ac:inkMkLst>
            <pc:docMk/>
            <pc:sldMk cId="4253836326" sldId="262"/>
            <ac:inkMk id="16" creationId="{779B041A-878D-7EB6-B54C-0649B7E73BCE}"/>
          </ac:inkMkLst>
        </pc:inkChg>
        <pc:inkChg chg="add mod">
          <ac:chgData name="Campana, Kristie L" userId="2f5bf716-4f61-4ccf-b4c5-d1f5bcf85ebf" providerId="ADAL" clId="{0FD2CDCA-528D-456A-B4DD-F0449B8A5759}" dt="2026-05-26T21:05:54.744" v="70"/>
          <ac:inkMkLst>
            <pc:docMk/>
            <pc:sldMk cId="4253836326" sldId="262"/>
            <ac:inkMk id="17" creationId="{91CA9EC4-4917-5A9A-B191-0CFB5B7B9A7D}"/>
          </ac:inkMkLst>
        </pc:inkChg>
        <pc:inkChg chg="add mod">
          <ac:chgData name="Campana, Kristie L" userId="2f5bf716-4f61-4ccf-b4c5-d1f5bcf85ebf" providerId="ADAL" clId="{0FD2CDCA-528D-456A-B4DD-F0449B8A5759}" dt="2026-05-26T21:05:54.744" v="70"/>
          <ac:inkMkLst>
            <pc:docMk/>
            <pc:sldMk cId="4253836326" sldId="262"/>
            <ac:inkMk id="19" creationId="{06B989B7-B8DC-8F2F-B95E-84E3B06591B6}"/>
          </ac:inkMkLst>
        </pc:inkChg>
      </pc:sldChg>
      <pc:sldChg chg="addSp delSp modSp add mod">
        <pc:chgData name="Campana, Kristie L" userId="2f5bf716-4f61-4ccf-b4c5-d1f5bcf85ebf" providerId="ADAL" clId="{0FD2CDCA-528D-456A-B4DD-F0449B8A5759}" dt="2026-05-26T21:28:03.987" v="94" actId="9405"/>
        <pc:sldMkLst>
          <pc:docMk/>
          <pc:sldMk cId="3439439861" sldId="263"/>
        </pc:sldMkLst>
        <pc:grpChg chg="add del mod">
          <ac:chgData name="Campana, Kristie L" userId="2f5bf716-4f61-4ccf-b4c5-d1f5bcf85ebf" providerId="ADAL" clId="{0FD2CDCA-528D-456A-B4DD-F0449B8A5759}" dt="2026-05-26T21:27:46.652" v="82"/>
          <ac:grpSpMkLst>
            <pc:docMk/>
            <pc:sldMk cId="3439439861" sldId="263"/>
            <ac:grpSpMk id="4" creationId="{AC396C96-17A6-35C7-301B-B144690B1F8D}"/>
          </ac:grpSpMkLst>
        </pc:grpChg>
        <pc:grpChg chg="mod">
          <ac:chgData name="Campana, Kristie L" userId="2f5bf716-4f61-4ccf-b4c5-d1f5bcf85ebf" providerId="ADAL" clId="{0FD2CDCA-528D-456A-B4DD-F0449B8A5759}" dt="2026-05-26T21:27:46.510" v="80"/>
          <ac:grpSpMkLst>
            <pc:docMk/>
            <pc:sldMk cId="3439439861" sldId="263"/>
            <ac:grpSpMk id="6" creationId="{CA0D08C7-FE1C-F36A-4A6B-4A1169A32ACD}"/>
          </ac:grpSpMkLst>
        </pc:grpChg>
        <pc:grpChg chg="add del mod">
          <ac:chgData name="Campana, Kristie L" userId="2f5bf716-4f61-4ccf-b4c5-d1f5bcf85ebf" providerId="ADAL" clId="{0FD2CDCA-528D-456A-B4DD-F0449B8A5759}" dt="2026-05-26T21:27:58.228" v="91"/>
          <ac:grpSpMkLst>
            <pc:docMk/>
            <pc:sldMk cId="3439439861" sldId="263"/>
            <ac:grpSpMk id="14" creationId="{7A4DC969-B65B-4202-9568-F40EEC567A34}"/>
          </ac:grpSpMkLst>
        </pc:grpChg>
        <pc:grpChg chg="del">
          <ac:chgData name="Campana, Kristie L" userId="2f5bf716-4f61-4ccf-b4c5-d1f5bcf85ebf" providerId="ADAL" clId="{0FD2CDCA-528D-456A-B4DD-F0449B8A5759}" dt="2026-05-26T21:27:34.266" v="73" actId="478"/>
          <ac:grpSpMkLst>
            <pc:docMk/>
            <pc:sldMk cId="3439439861" sldId="263"/>
            <ac:grpSpMk id="20" creationId="{2539021D-D652-182C-9B5B-727B6DEEB588}"/>
          </ac:grpSpMkLst>
        </pc:grpChg>
        <pc:grpChg chg="mod">
          <ac:chgData name="Campana, Kristie L" userId="2f5bf716-4f61-4ccf-b4c5-d1f5bcf85ebf" providerId="ADAL" clId="{0FD2CDCA-528D-456A-B4DD-F0449B8A5759}" dt="2026-05-26T21:27:58.228" v="91"/>
          <ac:grpSpMkLst>
            <pc:docMk/>
            <pc:sldMk cId="3439439861" sldId="263"/>
            <ac:grpSpMk id="22" creationId="{AB8B522E-8575-1EA8-BE66-0775455F33BF}"/>
          </ac:grpSpMkLst>
        </pc:grpChg>
        <pc:inkChg chg="add del mod">
          <ac:chgData name="Campana, Kristie L" userId="2f5bf716-4f61-4ccf-b4c5-d1f5bcf85ebf" providerId="ADAL" clId="{0FD2CDCA-528D-456A-B4DD-F0449B8A5759}" dt="2026-05-26T21:27:46.813" v="83" actId="9405"/>
          <ac:inkMkLst>
            <pc:docMk/>
            <pc:sldMk cId="3439439861" sldId="263"/>
            <ac:inkMk id="2" creationId="{D2C1DE9A-3A0D-1559-D2C9-7F14861C1D99}"/>
          </ac:inkMkLst>
        </pc:inkChg>
        <pc:inkChg chg="add del mod">
          <ac:chgData name="Campana, Kristie L" userId="2f5bf716-4f61-4ccf-b4c5-d1f5bcf85ebf" providerId="ADAL" clId="{0FD2CDCA-528D-456A-B4DD-F0449B8A5759}" dt="2026-05-26T21:27:46.652" v="82"/>
          <ac:inkMkLst>
            <pc:docMk/>
            <pc:sldMk cId="3439439861" sldId="263"/>
            <ac:inkMk id="3" creationId="{B398EEF4-9066-8BE4-A206-77FB9C602391}"/>
          </ac:inkMkLst>
        </pc:inkChg>
        <pc:inkChg chg="add del mod">
          <ac:chgData name="Campana, Kristie L" userId="2f5bf716-4f61-4ccf-b4c5-d1f5bcf85ebf" providerId="ADAL" clId="{0FD2CDCA-528D-456A-B4DD-F0449B8A5759}" dt="2026-05-26T21:27:46.510" v="80"/>
          <ac:inkMkLst>
            <pc:docMk/>
            <pc:sldMk cId="3439439861" sldId="263"/>
            <ac:inkMk id="5" creationId="{22FC8668-6405-56E4-094A-2A3B810AC1B1}"/>
          </ac:inkMkLst>
        </pc:inkChg>
        <pc:inkChg chg="add mod">
          <ac:chgData name="Campana, Kristie L" userId="2f5bf716-4f61-4ccf-b4c5-d1f5bcf85ebf" providerId="ADAL" clId="{0FD2CDCA-528D-456A-B4DD-F0449B8A5759}" dt="2026-05-26T21:27:58.228" v="91"/>
          <ac:inkMkLst>
            <pc:docMk/>
            <pc:sldMk cId="3439439861" sldId="263"/>
            <ac:inkMk id="12" creationId="{0A7EF42F-F039-96ED-0CFA-AD868A07D8D8}"/>
          </ac:inkMkLst>
        </pc:inkChg>
        <pc:inkChg chg="add mod">
          <ac:chgData name="Campana, Kristie L" userId="2f5bf716-4f61-4ccf-b4c5-d1f5bcf85ebf" providerId="ADAL" clId="{0FD2CDCA-528D-456A-B4DD-F0449B8A5759}" dt="2026-05-26T21:27:58.228" v="91"/>
          <ac:inkMkLst>
            <pc:docMk/>
            <pc:sldMk cId="3439439861" sldId="263"/>
            <ac:inkMk id="13" creationId="{F29F293B-AE20-0419-228D-6EAE863863C2}"/>
          </ac:inkMkLst>
        </pc:inkChg>
        <pc:inkChg chg="add mod">
          <ac:chgData name="Campana, Kristie L" userId="2f5bf716-4f61-4ccf-b4c5-d1f5bcf85ebf" providerId="ADAL" clId="{0FD2CDCA-528D-456A-B4DD-F0449B8A5759}" dt="2026-05-26T21:27:58.228" v="91"/>
          <ac:inkMkLst>
            <pc:docMk/>
            <pc:sldMk cId="3439439861" sldId="263"/>
            <ac:inkMk id="18" creationId="{088F1C64-2313-D549-FFB5-F1DE541C72F7}"/>
          </ac:inkMkLst>
        </pc:inkChg>
        <pc:inkChg chg="add del mod">
          <ac:chgData name="Campana, Kristie L" userId="2f5bf716-4f61-4ccf-b4c5-d1f5bcf85ebf" providerId="ADAL" clId="{0FD2CDCA-528D-456A-B4DD-F0449B8A5759}" dt="2026-05-26T21:27:58.228" v="91"/>
          <ac:inkMkLst>
            <pc:docMk/>
            <pc:sldMk cId="3439439861" sldId="263"/>
            <ac:inkMk id="21" creationId="{FF8A0AF3-F71C-6319-272A-BD80720FBF1D}"/>
          </ac:inkMkLst>
        </pc:inkChg>
        <pc:inkChg chg="add del">
          <ac:chgData name="Campana, Kristie L" userId="2f5bf716-4f61-4ccf-b4c5-d1f5bcf85ebf" providerId="ADAL" clId="{0FD2CDCA-528D-456A-B4DD-F0449B8A5759}" dt="2026-05-26T21:28:01.952" v="93" actId="9405"/>
          <ac:inkMkLst>
            <pc:docMk/>
            <pc:sldMk cId="3439439861" sldId="263"/>
            <ac:inkMk id="23" creationId="{661D78B1-87DC-2604-6F41-FDFA3D671C80}"/>
          </ac:inkMkLst>
        </pc:inkChg>
        <pc:inkChg chg="add">
          <ac:chgData name="Campana, Kristie L" userId="2f5bf716-4f61-4ccf-b4c5-d1f5bcf85ebf" providerId="ADAL" clId="{0FD2CDCA-528D-456A-B4DD-F0449B8A5759}" dt="2026-05-26T21:28:03.987" v="94" actId="9405"/>
          <ac:inkMkLst>
            <pc:docMk/>
            <pc:sldMk cId="3439439861" sldId="263"/>
            <ac:inkMk id="24" creationId="{43651AA8-6F08-E956-CAA2-0011C272BA26}"/>
          </ac:inkMkLst>
        </pc:inkChg>
      </pc:sldChg>
      <pc:sldChg chg="addSp delSp modSp add mod">
        <pc:chgData name="Campana, Kristie L" userId="2f5bf716-4f61-4ccf-b4c5-d1f5bcf85ebf" providerId="ADAL" clId="{0FD2CDCA-528D-456A-B4DD-F0449B8A5759}" dt="2026-05-26T21:35:13.894" v="214" actId="9405"/>
        <pc:sldMkLst>
          <pc:docMk/>
          <pc:sldMk cId="619399183" sldId="264"/>
        </pc:sldMkLst>
        <pc:spChg chg="add del">
          <ac:chgData name="Campana, Kristie L" userId="2f5bf716-4f61-4ccf-b4c5-d1f5bcf85ebf" providerId="ADAL" clId="{0FD2CDCA-528D-456A-B4DD-F0449B8A5759}" dt="2026-05-26T21:33:42.570" v="160" actId="11529"/>
          <ac:spMkLst>
            <pc:docMk/>
            <pc:sldMk cId="619399183" sldId="264"/>
            <ac:spMk id="3" creationId="{119591E0-B9A2-22CC-A30B-5FCB980CD8E6}"/>
          </ac:spMkLst>
        </pc:spChg>
        <pc:spChg chg="add del mod">
          <ac:chgData name="Campana, Kristie L" userId="2f5bf716-4f61-4ccf-b4c5-d1f5bcf85ebf" providerId="ADAL" clId="{0FD2CDCA-528D-456A-B4DD-F0449B8A5759}" dt="2026-05-26T21:33:41.772" v="158" actId="11529"/>
          <ac:spMkLst>
            <pc:docMk/>
            <pc:sldMk cId="619399183" sldId="264"/>
            <ac:spMk id="4" creationId="{F11124F9-0789-3565-9382-9FAE0F566525}"/>
          </ac:spMkLst>
        </pc:spChg>
        <pc:spChg chg="mod">
          <ac:chgData name="Campana, Kristie L" userId="2f5bf716-4f61-4ccf-b4c5-d1f5bcf85ebf" providerId="ADAL" clId="{0FD2CDCA-528D-456A-B4DD-F0449B8A5759}" dt="2026-05-26T21:33:50.373" v="194" actId="1036"/>
          <ac:spMkLst>
            <pc:docMk/>
            <pc:sldMk cId="619399183" sldId="264"/>
            <ac:spMk id="7" creationId="{D3D7555A-2813-FDDC-8AC5-CE822B37A5FF}"/>
          </ac:spMkLst>
        </pc:spChg>
        <pc:spChg chg="mod">
          <ac:chgData name="Campana, Kristie L" userId="2f5bf716-4f61-4ccf-b4c5-d1f5bcf85ebf" providerId="ADAL" clId="{0FD2CDCA-528D-456A-B4DD-F0449B8A5759}" dt="2026-05-26T21:33:50.373" v="194" actId="1036"/>
          <ac:spMkLst>
            <pc:docMk/>
            <pc:sldMk cId="619399183" sldId="264"/>
            <ac:spMk id="8" creationId="{4ED41029-0A9A-B6C9-E814-B8EE7462BEED}"/>
          </ac:spMkLst>
        </pc:spChg>
        <pc:spChg chg="mod">
          <ac:chgData name="Campana, Kristie L" userId="2f5bf716-4f61-4ccf-b4c5-d1f5bcf85ebf" providerId="ADAL" clId="{0FD2CDCA-528D-456A-B4DD-F0449B8A5759}" dt="2026-05-26T21:33:50.373" v="194" actId="1036"/>
          <ac:spMkLst>
            <pc:docMk/>
            <pc:sldMk cId="619399183" sldId="264"/>
            <ac:spMk id="9" creationId="{C4FF3EBC-8046-4765-3BDC-B22EE63D8B5C}"/>
          </ac:spMkLst>
        </pc:spChg>
        <pc:spChg chg="mod">
          <ac:chgData name="Campana, Kristie L" userId="2f5bf716-4f61-4ccf-b4c5-d1f5bcf85ebf" providerId="ADAL" clId="{0FD2CDCA-528D-456A-B4DD-F0449B8A5759}" dt="2026-05-26T21:33:50.373" v="194" actId="1036"/>
          <ac:spMkLst>
            <pc:docMk/>
            <pc:sldMk cId="619399183" sldId="264"/>
            <ac:spMk id="10" creationId="{7BF33D6B-57B4-E132-D645-B9A447BD6266}"/>
          </ac:spMkLst>
        </pc:spChg>
        <pc:spChg chg="mod">
          <ac:chgData name="Campana, Kristie L" userId="2f5bf716-4f61-4ccf-b4c5-d1f5bcf85ebf" providerId="ADAL" clId="{0FD2CDCA-528D-456A-B4DD-F0449B8A5759}" dt="2026-05-26T21:33:50.373" v="194" actId="1036"/>
          <ac:spMkLst>
            <pc:docMk/>
            <pc:sldMk cId="619399183" sldId="264"/>
            <ac:spMk id="11" creationId="{72CEB226-0674-490E-A5AD-CCE05E3D1024}"/>
          </ac:spMkLst>
        </pc:spChg>
        <pc:spChg chg="add mod">
          <ac:chgData name="Campana, Kristie L" userId="2f5bf716-4f61-4ccf-b4c5-d1f5bcf85ebf" providerId="ADAL" clId="{0FD2CDCA-528D-456A-B4DD-F0449B8A5759}" dt="2026-05-26T21:33:38.883" v="153" actId="1076"/>
          <ac:spMkLst>
            <pc:docMk/>
            <pc:sldMk cId="619399183" sldId="264"/>
            <ac:spMk id="12" creationId="{E91B14A5-7A8E-C169-754D-08A6FCE69495}"/>
          </ac:spMkLst>
        </pc:spChg>
        <pc:spChg chg="add mod">
          <ac:chgData name="Campana, Kristie L" userId="2f5bf716-4f61-4ccf-b4c5-d1f5bcf85ebf" providerId="ADAL" clId="{0FD2CDCA-528D-456A-B4DD-F0449B8A5759}" dt="2026-05-26T21:32:58.807" v="140"/>
          <ac:spMkLst>
            <pc:docMk/>
            <pc:sldMk cId="619399183" sldId="264"/>
            <ac:spMk id="14" creationId="{21514AD4-7875-A661-377A-BFD52ED53F58}"/>
          </ac:spMkLst>
        </pc:spChg>
        <pc:spChg chg="add mod">
          <ac:chgData name="Campana, Kristie L" userId="2f5bf716-4f61-4ccf-b4c5-d1f5bcf85ebf" providerId="ADAL" clId="{0FD2CDCA-528D-456A-B4DD-F0449B8A5759}" dt="2026-05-26T21:34:19.478" v="201" actId="14100"/>
          <ac:spMkLst>
            <pc:docMk/>
            <pc:sldMk cId="619399183" sldId="264"/>
            <ac:spMk id="23" creationId="{01A7B1AB-BB4F-733E-DDDD-7DDF9558F944}"/>
          </ac:spMkLst>
        </pc:spChg>
        <pc:spChg chg="add mod">
          <ac:chgData name="Campana, Kristie L" userId="2f5bf716-4f61-4ccf-b4c5-d1f5bcf85ebf" providerId="ADAL" clId="{0FD2CDCA-528D-456A-B4DD-F0449B8A5759}" dt="2026-05-26T21:34:46.798" v="208" actId="14100"/>
          <ac:spMkLst>
            <pc:docMk/>
            <pc:sldMk cId="619399183" sldId="264"/>
            <ac:spMk id="25" creationId="{8E684955-CB30-B5B7-6392-702337572829}"/>
          </ac:spMkLst>
        </pc:spChg>
        <pc:spChg chg="add mod">
          <ac:chgData name="Campana, Kristie L" userId="2f5bf716-4f61-4ccf-b4c5-d1f5bcf85ebf" providerId="ADAL" clId="{0FD2CDCA-528D-456A-B4DD-F0449B8A5759}" dt="2026-05-26T21:35:09.085" v="213" actId="14100"/>
          <ac:spMkLst>
            <pc:docMk/>
            <pc:sldMk cId="619399183" sldId="264"/>
            <ac:spMk id="27" creationId="{6C7EEDE7-C3DE-5B16-A96B-27B8D0DE6295}"/>
          </ac:spMkLst>
        </pc:spChg>
        <pc:grpChg chg="del">
          <ac:chgData name="Campana, Kristie L" userId="2f5bf716-4f61-4ccf-b4c5-d1f5bcf85ebf" providerId="ADAL" clId="{0FD2CDCA-528D-456A-B4DD-F0449B8A5759}" dt="2026-05-26T21:30:48.960" v="95" actId="478"/>
          <ac:grpSpMkLst>
            <pc:docMk/>
            <pc:sldMk cId="619399183" sldId="264"/>
            <ac:grpSpMk id="20" creationId="{2539021D-D652-182C-9B5B-727B6DEEB588}"/>
          </ac:grpSpMkLst>
        </pc:grpChg>
        <pc:inkChg chg="add del mod">
          <ac:chgData name="Campana, Kristie L" userId="2f5bf716-4f61-4ccf-b4c5-d1f5bcf85ebf" providerId="ADAL" clId="{0FD2CDCA-528D-456A-B4DD-F0449B8A5759}" dt="2026-05-26T21:33:42.904" v="161" actId="9405"/>
          <ac:inkMkLst>
            <pc:docMk/>
            <pc:sldMk cId="619399183" sldId="264"/>
            <ac:inkMk id="2" creationId="{C20A6227-9A53-0EA7-2BC2-68A691FE05F3}"/>
          </ac:inkMkLst>
        </pc:inkChg>
        <pc:inkChg chg="add del">
          <ac:chgData name="Campana, Kristie L" userId="2f5bf716-4f61-4ccf-b4c5-d1f5bcf85ebf" providerId="ADAL" clId="{0FD2CDCA-528D-456A-B4DD-F0449B8A5759}" dt="2026-05-26T21:33:39.602" v="154" actId="9405"/>
          <ac:inkMkLst>
            <pc:docMk/>
            <pc:sldMk cId="619399183" sldId="264"/>
            <ac:inkMk id="5" creationId="{B12ECD5B-9AAD-D036-1DC9-1B93E730349B}"/>
          </ac:inkMkLst>
        </pc:inkChg>
        <pc:inkChg chg="add del">
          <ac:chgData name="Campana, Kristie L" userId="2f5bf716-4f61-4ccf-b4c5-d1f5bcf85ebf" providerId="ADAL" clId="{0FD2CDCA-528D-456A-B4DD-F0449B8A5759}" dt="2026-05-26T21:32:34.227" v="135" actId="9405"/>
          <ac:inkMkLst>
            <pc:docMk/>
            <pc:sldMk cId="619399183" sldId="264"/>
            <ac:inkMk id="6" creationId="{F7A3B10C-1B0C-B422-7DA8-2679E26BEDBC}"/>
          </ac:inkMkLst>
        </pc:inkChg>
        <pc:inkChg chg="add del">
          <ac:chgData name="Campana, Kristie L" userId="2f5bf716-4f61-4ccf-b4c5-d1f5bcf85ebf" providerId="ADAL" clId="{0FD2CDCA-528D-456A-B4DD-F0449B8A5759}" dt="2026-05-26T21:33:38.226" v="151" actId="9405"/>
          <ac:inkMkLst>
            <pc:docMk/>
            <pc:sldMk cId="619399183" sldId="264"/>
            <ac:inkMk id="13" creationId="{57BC4439-CD59-A1A8-4ADC-1887342F98D0}"/>
          </ac:inkMkLst>
        </pc:inkChg>
        <pc:inkChg chg="add del">
          <ac:chgData name="Campana, Kristie L" userId="2f5bf716-4f61-4ccf-b4c5-d1f5bcf85ebf" providerId="ADAL" clId="{0FD2CDCA-528D-456A-B4DD-F0449B8A5759}" dt="2026-05-26T21:33:37.287" v="147" actId="9405"/>
          <ac:inkMkLst>
            <pc:docMk/>
            <pc:sldMk cId="619399183" sldId="264"/>
            <ac:inkMk id="18" creationId="{05F46639-B637-5DFF-3351-2C6ED3280635}"/>
          </ac:inkMkLst>
        </pc:inkChg>
        <pc:inkChg chg="add del">
          <ac:chgData name="Campana, Kristie L" userId="2f5bf716-4f61-4ccf-b4c5-d1f5bcf85ebf" providerId="ADAL" clId="{0FD2CDCA-528D-456A-B4DD-F0449B8A5759}" dt="2026-05-26T21:34:02.762" v="196" actId="9405"/>
          <ac:inkMkLst>
            <pc:docMk/>
            <pc:sldMk cId="619399183" sldId="264"/>
            <ac:inkMk id="21" creationId="{99B7D71F-BC79-5886-3A3D-B6716A7E5762}"/>
          </ac:inkMkLst>
        </pc:inkChg>
        <pc:inkChg chg="add">
          <ac:chgData name="Campana, Kristie L" userId="2f5bf716-4f61-4ccf-b4c5-d1f5bcf85ebf" providerId="ADAL" clId="{0FD2CDCA-528D-456A-B4DD-F0449B8A5759}" dt="2026-05-26T21:34:05.312" v="197" actId="9405"/>
          <ac:inkMkLst>
            <pc:docMk/>
            <pc:sldMk cId="619399183" sldId="264"/>
            <ac:inkMk id="22" creationId="{64BDB278-EEAE-AE6D-30AE-1D6FB42852BF}"/>
          </ac:inkMkLst>
        </pc:inkChg>
        <pc:inkChg chg="add">
          <ac:chgData name="Campana, Kristie L" userId="2f5bf716-4f61-4ccf-b4c5-d1f5bcf85ebf" providerId="ADAL" clId="{0FD2CDCA-528D-456A-B4DD-F0449B8A5759}" dt="2026-05-26T21:34:26.230" v="202" actId="9405"/>
          <ac:inkMkLst>
            <pc:docMk/>
            <pc:sldMk cId="619399183" sldId="264"/>
            <ac:inkMk id="24" creationId="{F10AD264-1EBD-35A5-9349-5EDD2295DD7C}"/>
          </ac:inkMkLst>
        </pc:inkChg>
        <pc:inkChg chg="add">
          <ac:chgData name="Campana, Kristie L" userId="2f5bf716-4f61-4ccf-b4c5-d1f5bcf85ebf" providerId="ADAL" clId="{0FD2CDCA-528D-456A-B4DD-F0449B8A5759}" dt="2026-05-26T21:34:52.785" v="209" actId="9405"/>
          <ac:inkMkLst>
            <pc:docMk/>
            <pc:sldMk cId="619399183" sldId="264"/>
            <ac:inkMk id="26" creationId="{D29AFBA1-5C60-4C86-DAB6-2DB64F417625}"/>
          </ac:inkMkLst>
        </pc:inkChg>
        <pc:inkChg chg="add">
          <ac:chgData name="Campana, Kristie L" userId="2f5bf716-4f61-4ccf-b4c5-d1f5bcf85ebf" providerId="ADAL" clId="{0FD2CDCA-528D-456A-B4DD-F0449B8A5759}" dt="2026-05-26T21:35:13.894" v="214" actId="9405"/>
          <ac:inkMkLst>
            <pc:docMk/>
            <pc:sldMk cId="619399183" sldId="264"/>
            <ac:inkMk id="28" creationId="{CE98B7AE-2C27-7DB8-4D78-0AFC8CC7BE98}"/>
          </ac:inkMkLst>
        </pc:inkChg>
      </pc:sldChg>
      <pc:sldChg chg="addSp delSp modSp new mod">
        <pc:chgData name="Campana, Kristie L" userId="2f5bf716-4f61-4ccf-b4c5-d1f5bcf85ebf" providerId="ADAL" clId="{0FD2CDCA-528D-456A-B4DD-F0449B8A5759}" dt="2026-05-26T21:56:53.018" v="493" actId="20577"/>
        <pc:sldMkLst>
          <pc:docMk/>
          <pc:sldMk cId="4281007662" sldId="265"/>
        </pc:sldMkLst>
        <pc:spChg chg="add mod">
          <ac:chgData name="Campana, Kristie L" userId="2f5bf716-4f61-4ccf-b4c5-d1f5bcf85ebf" providerId="ADAL" clId="{0FD2CDCA-528D-456A-B4DD-F0449B8A5759}" dt="2026-05-26T21:56:01.669" v="426" actId="113"/>
          <ac:spMkLst>
            <pc:docMk/>
            <pc:sldMk cId="4281007662" sldId="265"/>
            <ac:spMk id="10" creationId="{E79F24A2-878D-1714-AD07-DA17DB27E436}"/>
          </ac:spMkLst>
        </pc:spChg>
        <pc:spChg chg="add mod">
          <ac:chgData name="Campana, Kristie L" userId="2f5bf716-4f61-4ccf-b4c5-d1f5bcf85ebf" providerId="ADAL" clId="{0FD2CDCA-528D-456A-B4DD-F0449B8A5759}" dt="2026-05-26T21:56:01.669" v="426" actId="113"/>
          <ac:spMkLst>
            <pc:docMk/>
            <pc:sldMk cId="4281007662" sldId="265"/>
            <ac:spMk id="11" creationId="{2FFF939A-EDE6-E9B6-1B36-DEAFF5F3C4D3}"/>
          </ac:spMkLst>
        </pc:spChg>
        <pc:graphicFrameChg chg="add mod modGraphic">
          <ac:chgData name="Campana, Kristie L" userId="2f5bf716-4f61-4ccf-b4c5-d1f5bcf85ebf" providerId="ADAL" clId="{0FD2CDCA-528D-456A-B4DD-F0449B8A5759}" dt="2026-05-26T21:56:38.336" v="473" actId="20577"/>
          <ac:graphicFrameMkLst>
            <pc:docMk/>
            <pc:sldMk cId="4281007662" sldId="265"/>
            <ac:graphicFrameMk id="2" creationId="{5E71FF41-7DF9-7CF6-40D1-80FCB60C10B0}"/>
          </ac:graphicFrameMkLst>
        </pc:graphicFrameChg>
        <pc:graphicFrameChg chg="add mod">
          <ac:chgData name="Campana, Kristie L" userId="2f5bf716-4f61-4ccf-b4c5-d1f5bcf85ebf" providerId="ADAL" clId="{0FD2CDCA-528D-456A-B4DD-F0449B8A5759}" dt="2026-05-26T21:56:53.018" v="493" actId="20577"/>
          <ac:graphicFrameMkLst>
            <pc:docMk/>
            <pc:sldMk cId="4281007662" sldId="265"/>
            <ac:graphicFrameMk id="4" creationId="{3DA5E484-BB18-CA96-A61B-88513976C9A4}"/>
          </ac:graphicFrameMkLst>
        </pc:graphicFrameChg>
        <pc:graphicFrameChg chg="add del mod">
          <ac:chgData name="Campana, Kristie L" userId="2f5bf716-4f61-4ccf-b4c5-d1f5bcf85ebf" providerId="ADAL" clId="{0FD2CDCA-528D-456A-B4DD-F0449B8A5759}" dt="2026-05-26T21:53:45.077" v="315" actId="478"/>
          <ac:graphicFrameMkLst>
            <pc:docMk/>
            <pc:sldMk cId="4281007662" sldId="265"/>
            <ac:graphicFrameMk id="5" creationId="{8AC8D659-E132-468D-F438-ACC622762796}"/>
          </ac:graphicFrameMkLst>
        </pc:graphicFrameChg>
        <pc:graphicFrameChg chg="add del mod">
          <ac:chgData name="Campana, Kristie L" userId="2f5bf716-4f61-4ccf-b4c5-d1f5bcf85ebf" providerId="ADAL" clId="{0FD2CDCA-528D-456A-B4DD-F0449B8A5759}" dt="2026-05-26T21:53:47.307" v="316" actId="478"/>
          <ac:graphicFrameMkLst>
            <pc:docMk/>
            <pc:sldMk cId="4281007662" sldId="265"/>
            <ac:graphicFrameMk id="6" creationId="{3B9C6B38-8DD3-BD03-AF4D-1A95F6A4C5CF}"/>
          </ac:graphicFrameMkLst>
        </pc:graphicFrameChg>
        <pc:inkChg chg="add del">
          <ac:chgData name="Campana, Kristie L" userId="2f5bf716-4f61-4ccf-b4c5-d1f5bcf85ebf" providerId="ADAL" clId="{0FD2CDCA-528D-456A-B4DD-F0449B8A5759}" dt="2026-05-26T21:50:35.251" v="218" actId="9405"/>
          <ac:inkMkLst>
            <pc:docMk/>
            <pc:sldMk cId="4281007662" sldId="265"/>
            <ac:inkMk id="3" creationId="{C7585B4A-F63B-C530-290A-0E4E1A7DA2BD}"/>
          </ac:inkMkLst>
        </pc:inkChg>
        <pc:cxnChg chg="add mod">
          <ac:chgData name="Campana, Kristie L" userId="2f5bf716-4f61-4ccf-b4c5-d1f5bcf85ebf" providerId="ADAL" clId="{0FD2CDCA-528D-456A-B4DD-F0449B8A5759}" dt="2026-05-26T21:55:19.481" v="405" actId="1582"/>
          <ac:cxnSpMkLst>
            <pc:docMk/>
            <pc:sldMk cId="4281007662" sldId="265"/>
            <ac:cxnSpMk id="8" creationId="{4D5C9B3F-0641-391F-7890-86ACD1268C58}"/>
          </ac:cxnSpMkLst>
        </pc:cxnChg>
      </pc:sldChg>
    </pc:docChg>
  </pc:docChgLst>
  <pc:docChgLst>
    <pc:chgData name="Campana, Kristie L" userId="2f5bf716-4f61-4ccf-b4c5-d1f5bcf85ebf" providerId="ADAL" clId="{25EDC1AF-C345-4DC0-826E-BF6C64815D93}"/>
    <pc:docChg chg="undo custSel addSld modSld">
      <pc:chgData name="Campana, Kristie L" userId="2f5bf716-4f61-4ccf-b4c5-d1f5bcf85ebf" providerId="ADAL" clId="{25EDC1AF-C345-4DC0-826E-BF6C64815D93}" dt="2026-04-28T17:07:32.986" v="197" actId="1076"/>
      <pc:docMkLst>
        <pc:docMk/>
      </pc:docMkLst>
      <pc:sldChg chg="modSp add mod">
        <pc:chgData name="Campana, Kristie L" userId="2f5bf716-4f61-4ccf-b4c5-d1f5bcf85ebf" providerId="ADAL" clId="{25EDC1AF-C345-4DC0-826E-BF6C64815D93}" dt="2026-04-28T16:40:39.700" v="8" actId="1076"/>
        <pc:sldMkLst>
          <pc:docMk/>
          <pc:sldMk cId="971923047" sldId="260"/>
        </pc:sldMkLst>
        <pc:spChg chg="mod">
          <ac:chgData name="Campana, Kristie L" userId="2f5bf716-4f61-4ccf-b4c5-d1f5bcf85ebf" providerId="ADAL" clId="{25EDC1AF-C345-4DC0-826E-BF6C64815D93}" dt="2026-04-28T16:39:59.221" v="1" actId="14100"/>
          <ac:spMkLst>
            <pc:docMk/>
            <pc:sldMk cId="971923047" sldId="260"/>
            <ac:spMk id="6" creationId="{491542F3-7663-B70E-E5CF-FF773BC7F82C}"/>
          </ac:spMkLst>
        </pc:spChg>
        <pc:spChg chg="mod">
          <ac:chgData name="Campana, Kristie L" userId="2f5bf716-4f61-4ccf-b4c5-d1f5bcf85ebf" providerId="ADAL" clId="{25EDC1AF-C345-4DC0-826E-BF6C64815D93}" dt="2026-04-28T16:40:39.700" v="8" actId="1076"/>
          <ac:spMkLst>
            <pc:docMk/>
            <pc:sldMk cId="971923047" sldId="260"/>
            <ac:spMk id="7" creationId="{EF36B569-0BEE-AF7B-8CE5-2CF4EF9C1849}"/>
          </ac:spMkLst>
        </pc:spChg>
        <pc:spChg chg="mod">
          <ac:chgData name="Campana, Kristie L" userId="2f5bf716-4f61-4ccf-b4c5-d1f5bcf85ebf" providerId="ADAL" clId="{25EDC1AF-C345-4DC0-826E-BF6C64815D93}" dt="2026-04-28T16:40:13.166" v="3" actId="14100"/>
          <ac:spMkLst>
            <pc:docMk/>
            <pc:sldMk cId="971923047" sldId="260"/>
            <ac:spMk id="8" creationId="{076E582D-8BB1-DFEB-CD4A-08C47FF9ACD6}"/>
          </ac:spMkLst>
        </pc:spChg>
        <pc:spChg chg="mod">
          <ac:chgData name="Campana, Kristie L" userId="2f5bf716-4f61-4ccf-b4c5-d1f5bcf85ebf" providerId="ADAL" clId="{25EDC1AF-C345-4DC0-826E-BF6C64815D93}" dt="2026-04-28T16:40:24.033" v="5" actId="14100"/>
          <ac:spMkLst>
            <pc:docMk/>
            <pc:sldMk cId="971923047" sldId="260"/>
            <ac:spMk id="9" creationId="{51F3F80D-6F67-847B-3A3A-7A3D1877BB5D}"/>
          </ac:spMkLst>
        </pc:spChg>
      </pc:sldChg>
      <pc:sldChg chg="addSp delSp modSp new mod">
        <pc:chgData name="Campana, Kristie L" userId="2f5bf716-4f61-4ccf-b4c5-d1f5bcf85ebf" providerId="ADAL" clId="{25EDC1AF-C345-4DC0-826E-BF6C64815D93}" dt="2026-04-28T17:07:32.986" v="197" actId="1076"/>
        <pc:sldMkLst>
          <pc:docMk/>
          <pc:sldMk cId="2889756120" sldId="261"/>
        </pc:sldMkLst>
        <pc:spChg chg="del">
          <ac:chgData name="Campana, Kristie L" userId="2f5bf716-4f61-4ccf-b4c5-d1f5bcf85ebf" providerId="ADAL" clId="{25EDC1AF-C345-4DC0-826E-BF6C64815D93}" dt="2026-04-28T16:59:33.720" v="10" actId="478"/>
          <ac:spMkLst>
            <pc:docMk/>
            <pc:sldMk cId="2889756120" sldId="261"/>
            <ac:spMk id="2" creationId="{F3B82D5A-83DD-18DB-F1D4-2D086DD67A9B}"/>
          </ac:spMkLst>
        </pc:spChg>
        <pc:spChg chg="del">
          <ac:chgData name="Campana, Kristie L" userId="2f5bf716-4f61-4ccf-b4c5-d1f5bcf85ebf" providerId="ADAL" clId="{25EDC1AF-C345-4DC0-826E-BF6C64815D93}" dt="2026-04-28T16:59:59.491" v="11" actId="478"/>
          <ac:spMkLst>
            <pc:docMk/>
            <pc:sldMk cId="2889756120" sldId="261"/>
            <ac:spMk id="3" creationId="{90FF9322-9796-FBD8-93FC-0D85679E486F}"/>
          </ac:spMkLst>
        </pc:spChg>
        <pc:spChg chg="del">
          <ac:chgData name="Campana, Kristie L" userId="2f5bf716-4f61-4ccf-b4c5-d1f5bcf85ebf" providerId="ADAL" clId="{25EDC1AF-C345-4DC0-826E-BF6C64815D93}" dt="2026-04-28T17:00:04.316" v="14" actId="478"/>
          <ac:spMkLst>
            <pc:docMk/>
            <pc:sldMk cId="2889756120" sldId="261"/>
            <ac:spMk id="4" creationId="{C271124C-C77D-51A7-98A0-DC962D5051AF}"/>
          </ac:spMkLst>
        </pc:spChg>
        <pc:spChg chg="del">
          <ac:chgData name="Campana, Kristie L" userId="2f5bf716-4f61-4ccf-b4c5-d1f5bcf85ebf" providerId="ADAL" clId="{25EDC1AF-C345-4DC0-826E-BF6C64815D93}" dt="2026-04-28T17:00:00.857" v="12" actId="478"/>
          <ac:spMkLst>
            <pc:docMk/>
            <pc:sldMk cId="2889756120" sldId="261"/>
            <ac:spMk id="5" creationId="{C4252597-CD9F-ECC0-AE2B-73F3373F27C5}"/>
          </ac:spMkLst>
        </pc:spChg>
        <pc:spChg chg="del">
          <ac:chgData name="Campana, Kristie L" userId="2f5bf716-4f61-4ccf-b4c5-d1f5bcf85ebf" providerId="ADAL" clId="{25EDC1AF-C345-4DC0-826E-BF6C64815D93}" dt="2026-04-28T17:00:02.231" v="13" actId="478"/>
          <ac:spMkLst>
            <pc:docMk/>
            <pc:sldMk cId="2889756120" sldId="261"/>
            <ac:spMk id="6" creationId="{968B7AC9-41E0-F121-777A-713554C669AD}"/>
          </ac:spMkLst>
        </pc:spChg>
        <pc:spChg chg="add mod">
          <ac:chgData name="Campana, Kristie L" userId="2f5bf716-4f61-4ccf-b4c5-d1f5bcf85ebf" providerId="ADAL" clId="{25EDC1AF-C345-4DC0-826E-BF6C64815D93}" dt="2026-04-28T17:01:02.686" v="38" actId="1076"/>
          <ac:spMkLst>
            <pc:docMk/>
            <pc:sldMk cId="2889756120" sldId="261"/>
            <ac:spMk id="7" creationId="{E348346A-E744-6D3B-5CD5-A9A51FC5DE39}"/>
          </ac:spMkLst>
        </pc:spChg>
        <pc:spChg chg="add mod">
          <ac:chgData name="Campana, Kristie L" userId="2f5bf716-4f61-4ccf-b4c5-d1f5bcf85ebf" providerId="ADAL" clId="{25EDC1AF-C345-4DC0-826E-BF6C64815D93}" dt="2026-04-28T17:02:02.024" v="92" actId="14100"/>
          <ac:spMkLst>
            <pc:docMk/>
            <pc:sldMk cId="2889756120" sldId="261"/>
            <ac:spMk id="8" creationId="{7176F81D-50EA-4B68-3B31-B26A30959C19}"/>
          </ac:spMkLst>
        </pc:spChg>
        <pc:spChg chg="add mod">
          <ac:chgData name="Campana, Kristie L" userId="2f5bf716-4f61-4ccf-b4c5-d1f5bcf85ebf" providerId="ADAL" clId="{25EDC1AF-C345-4DC0-826E-BF6C64815D93}" dt="2026-04-28T17:01:58.417" v="91" actId="14100"/>
          <ac:spMkLst>
            <pc:docMk/>
            <pc:sldMk cId="2889756120" sldId="261"/>
            <ac:spMk id="9" creationId="{9FC086FD-E263-EB23-F37B-90DA7A28EF9E}"/>
          </ac:spMkLst>
        </pc:spChg>
        <pc:spChg chg="add mod">
          <ac:chgData name="Campana, Kristie L" userId="2f5bf716-4f61-4ccf-b4c5-d1f5bcf85ebf" providerId="ADAL" clId="{25EDC1AF-C345-4DC0-826E-BF6C64815D93}" dt="2026-04-28T17:03:00.864" v="117" actId="14100"/>
          <ac:spMkLst>
            <pc:docMk/>
            <pc:sldMk cId="2889756120" sldId="261"/>
            <ac:spMk id="13" creationId="{0FAB0192-4455-F2D9-0199-A30D57057D58}"/>
          </ac:spMkLst>
        </pc:spChg>
        <pc:spChg chg="add del mod">
          <ac:chgData name="Campana, Kristie L" userId="2f5bf716-4f61-4ccf-b4c5-d1f5bcf85ebf" providerId="ADAL" clId="{25EDC1AF-C345-4DC0-826E-BF6C64815D93}" dt="2026-04-28T17:03:05.321" v="118" actId="478"/>
          <ac:spMkLst>
            <pc:docMk/>
            <pc:sldMk cId="2889756120" sldId="261"/>
            <ac:spMk id="14" creationId="{39481572-E972-C7C3-E399-89B9746F3A3A}"/>
          </ac:spMkLst>
        </pc:spChg>
        <pc:spChg chg="add mod">
          <ac:chgData name="Campana, Kristie L" userId="2f5bf716-4f61-4ccf-b4c5-d1f5bcf85ebf" providerId="ADAL" clId="{25EDC1AF-C345-4DC0-826E-BF6C64815D93}" dt="2026-04-28T17:03:12.384" v="121" actId="20577"/>
          <ac:spMkLst>
            <pc:docMk/>
            <pc:sldMk cId="2889756120" sldId="261"/>
            <ac:spMk id="16" creationId="{040EADB1-6082-120E-CF82-2D821C3812F2}"/>
          </ac:spMkLst>
        </pc:spChg>
        <pc:spChg chg="add mod">
          <ac:chgData name="Campana, Kristie L" userId="2f5bf716-4f61-4ccf-b4c5-d1f5bcf85ebf" providerId="ADAL" clId="{25EDC1AF-C345-4DC0-826E-BF6C64815D93}" dt="2026-04-28T17:03:58.078" v="127" actId="1076"/>
          <ac:spMkLst>
            <pc:docMk/>
            <pc:sldMk cId="2889756120" sldId="261"/>
            <ac:spMk id="18" creationId="{FEF26F8B-4A98-0550-02F9-2C7C4ABC66ED}"/>
          </ac:spMkLst>
        </pc:spChg>
        <pc:spChg chg="add mod">
          <ac:chgData name="Campana, Kristie L" userId="2f5bf716-4f61-4ccf-b4c5-d1f5bcf85ebf" providerId="ADAL" clId="{25EDC1AF-C345-4DC0-826E-BF6C64815D93}" dt="2026-04-28T17:04:05.638" v="131" actId="20577"/>
          <ac:spMkLst>
            <pc:docMk/>
            <pc:sldMk cId="2889756120" sldId="261"/>
            <ac:spMk id="19" creationId="{4682063E-B19E-EC70-0DCD-0096EC0BDDDC}"/>
          </ac:spMkLst>
        </pc:spChg>
        <pc:spChg chg="add mod ord">
          <ac:chgData name="Campana, Kristie L" userId="2f5bf716-4f61-4ccf-b4c5-d1f5bcf85ebf" providerId="ADAL" clId="{25EDC1AF-C345-4DC0-826E-BF6C64815D93}" dt="2026-04-28T17:05:02.328" v="141" actId="167"/>
          <ac:spMkLst>
            <pc:docMk/>
            <pc:sldMk cId="2889756120" sldId="261"/>
            <ac:spMk id="24" creationId="{684FE5B4-FA8A-9406-E7EE-35D0F08666EC}"/>
          </ac:spMkLst>
        </pc:spChg>
        <pc:spChg chg="add mod">
          <ac:chgData name="Campana, Kristie L" userId="2f5bf716-4f61-4ccf-b4c5-d1f5bcf85ebf" providerId="ADAL" clId="{25EDC1AF-C345-4DC0-826E-BF6C64815D93}" dt="2026-04-28T17:05:18.053" v="153" actId="1076"/>
          <ac:spMkLst>
            <pc:docMk/>
            <pc:sldMk cId="2889756120" sldId="261"/>
            <ac:spMk id="25" creationId="{01705EFC-307D-893E-8EC9-1B66D424E2D9}"/>
          </ac:spMkLst>
        </pc:spChg>
        <pc:spChg chg="add mod ord">
          <ac:chgData name="Campana, Kristie L" userId="2f5bf716-4f61-4ccf-b4c5-d1f5bcf85ebf" providerId="ADAL" clId="{25EDC1AF-C345-4DC0-826E-BF6C64815D93}" dt="2026-04-28T17:07:12.807" v="192" actId="1076"/>
          <ac:spMkLst>
            <pc:docMk/>
            <pc:sldMk cId="2889756120" sldId="261"/>
            <ac:spMk id="26" creationId="{48EB0971-8155-85D8-B656-768234BA13D9}"/>
          </ac:spMkLst>
        </pc:spChg>
        <pc:spChg chg="add mod ord">
          <ac:chgData name="Campana, Kristie L" userId="2f5bf716-4f61-4ccf-b4c5-d1f5bcf85ebf" providerId="ADAL" clId="{25EDC1AF-C345-4DC0-826E-BF6C64815D93}" dt="2026-04-28T17:06:39.891" v="187" actId="20577"/>
          <ac:spMkLst>
            <pc:docMk/>
            <pc:sldMk cId="2889756120" sldId="261"/>
            <ac:spMk id="27" creationId="{A0A5B6FF-99C7-6F1B-135D-34148A264285}"/>
          </ac:spMkLst>
        </pc:spChg>
        <pc:spChg chg="add mod ord">
          <ac:chgData name="Campana, Kristie L" userId="2f5bf716-4f61-4ccf-b4c5-d1f5bcf85ebf" providerId="ADAL" clId="{25EDC1AF-C345-4DC0-826E-BF6C64815D93}" dt="2026-04-28T17:06:16.874" v="162" actId="207"/>
          <ac:spMkLst>
            <pc:docMk/>
            <pc:sldMk cId="2889756120" sldId="261"/>
            <ac:spMk id="28" creationId="{8F72B5BD-095B-1806-DE55-BA742B12F25E}"/>
          </ac:spMkLst>
        </pc:spChg>
        <pc:spChg chg="add mod ord">
          <ac:chgData name="Campana, Kristie L" userId="2f5bf716-4f61-4ccf-b4c5-d1f5bcf85ebf" providerId="ADAL" clId="{25EDC1AF-C345-4DC0-826E-BF6C64815D93}" dt="2026-04-28T17:06:35.436" v="185" actId="20577"/>
          <ac:spMkLst>
            <pc:docMk/>
            <pc:sldMk cId="2889756120" sldId="261"/>
            <ac:spMk id="29" creationId="{934EEF14-EBC8-1292-9D8F-56F6BF228DBE}"/>
          </ac:spMkLst>
        </pc:spChg>
        <pc:spChg chg="add mod">
          <ac:chgData name="Campana, Kristie L" userId="2f5bf716-4f61-4ccf-b4c5-d1f5bcf85ebf" providerId="ADAL" clId="{25EDC1AF-C345-4DC0-826E-BF6C64815D93}" dt="2026-04-28T17:07:32.986" v="197" actId="1076"/>
          <ac:spMkLst>
            <pc:docMk/>
            <pc:sldMk cId="2889756120" sldId="261"/>
            <ac:spMk id="30" creationId="{7DBAE88F-99B0-F0D7-39ED-D20FE4BEAF32}"/>
          </ac:spMkLst>
        </pc:spChg>
        <pc:spChg chg="add mod">
          <ac:chgData name="Campana, Kristie L" userId="2f5bf716-4f61-4ccf-b4c5-d1f5bcf85ebf" providerId="ADAL" clId="{25EDC1AF-C345-4DC0-826E-BF6C64815D93}" dt="2026-04-28T17:07:29.077" v="196" actId="1076"/>
          <ac:spMkLst>
            <pc:docMk/>
            <pc:sldMk cId="2889756120" sldId="261"/>
            <ac:spMk id="31" creationId="{D5E7D2F3-5079-A30C-ACAF-58B98BA339AB}"/>
          </ac:spMkLst>
        </pc:spChg>
        <pc:cxnChg chg="add">
          <ac:chgData name="Campana, Kristie L" userId="2f5bf716-4f61-4ccf-b4c5-d1f5bcf85ebf" providerId="ADAL" clId="{25EDC1AF-C345-4DC0-826E-BF6C64815D93}" dt="2026-04-28T17:01:18.053" v="41" actId="11529"/>
          <ac:cxnSpMkLst>
            <pc:docMk/>
            <pc:sldMk cId="2889756120" sldId="261"/>
            <ac:cxnSpMk id="11" creationId="{2CDFCBF0-C608-026E-AE50-C017A4EDE6E1}"/>
          </ac:cxnSpMkLst>
        </pc:cxnChg>
        <pc:cxnChg chg="add mod">
          <ac:chgData name="Campana, Kristie L" userId="2f5bf716-4f61-4ccf-b4c5-d1f5bcf85ebf" providerId="ADAL" clId="{25EDC1AF-C345-4DC0-826E-BF6C64815D93}" dt="2026-04-28T17:01:32.963" v="87" actId="1076"/>
          <ac:cxnSpMkLst>
            <pc:docMk/>
            <pc:sldMk cId="2889756120" sldId="261"/>
            <ac:cxnSpMk id="12" creationId="{FC13A7DF-F260-A05E-33D3-DF709B01865F}"/>
          </ac:cxnSpMkLst>
        </pc:cxnChg>
        <pc:cxnChg chg="add mod">
          <ac:chgData name="Campana, Kristie L" userId="2f5bf716-4f61-4ccf-b4c5-d1f5bcf85ebf" providerId="ADAL" clId="{25EDC1AF-C345-4DC0-826E-BF6C64815D93}" dt="2026-04-28T17:02:43.129" v="111" actId="1035"/>
          <ac:cxnSpMkLst>
            <pc:docMk/>
            <pc:sldMk cId="2889756120" sldId="261"/>
            <ac:cxnSpMk id="15" creationId="{D5197685-1B90-9CB0-16BE-D9D6DD409194}"/>
          </ac:cxnSpMkLst>
        </pc:cxnChg>
        <pc:cxnChg chg="add mod">
          <ac:chgData name="Campana, Kristie L" userId="2f5bf716-4f61-4ccf-b4c5-d1f5bcf85ebf" providerId="ADAL" clId="{25EDC1AF-C345-4DC0-826E-BF6C64815D93}" dt="2026-04-28T17:03:26.605" v="124" actId="1076"/>
          <ac:cxnSpMkLst>
            <pc:docMk/>
            <pc:sldMk cId="2889756120" sldId="261"/>
            <ac:cxnSpMk id="17" creationId="{58E9208E-EE8A-C5C5-E6D7-E88B0D33F409}"/>
          </ac:cxnSpMkLst>
        </pc:cxnChg>
        <pc:cxnChg chg="add mod">
          <ac:chgData name="Campana, Kristie L" userId="2f5bf716-4f61-4ccf-b4c5-d1f5bcf85ebf" providerId="ADAL" clId="{25EDC1AF-C345-4DC0-826E-BF6C64815D93}" dt="2026-04-28T17:04:21.177" v="135" actId="208"/>
          <ac:cxnSpMkLst>
            <pc:docMk/>
            <pc:sldMk cId="2889756120" sldId="261"/>
            <ac:cxnSpMk id="20" creationId="{6FEC6587-8393-30C9-097E-98F7EB92D5F8}"/>
          </ac:cxnSpMkLst>
        </pc:cxnChg>
        <pc:cxnChg chg="add mod">
          <ac:chgData name="Campana, Kristie L" userId="2f5bf716-4f61-4ccf-b4c5-d1f5bcf85ebf" providerId="ADAL" clId="{25EDC1AF-C345-4DC0-826E-BF6C64815D93}" dt="2026-04-28T17:06:24.650" v="163" actId="208"/>
          <ac:cxnSpMkLst>
            <pc:docMk/>
            <pc:sldMk cId="2889756120" sldId="261"/>
            <ac:cxnSpMk id="22" creationId="{E7B857BD-4B12-7B80-1205-96EB5E4C275B}"/>
          </ac:cxnSpMkLst>
        </pc:cxnChg>
      </pc:sldChg>
    </pc:docChg>
  </pc:docChgLst>
  <pc:docChgLst>
    <pc:chgData name="Campana, Kristie L" userId="2f5bf716-4f61-4ccf-b4c5-d1f5bcf85ebf" providerId="ADAL" clId="{EA883C01-A9B3-46D7-948D-6FCADF2CD3E9}"/>
    <pc:docChg chg="undo custSel addSld delSld modSld sldOrd">
      <pc:chgData name="Campana, Kristie L" userId="2f5bf716-4f61-4ccf-b4c5-d1f5bcf85ebf" providerId="ADAL" clId="{EA883C01-A9B3-46D7-948D-6FCADF2CD3E9}" dt="2026-08-10T16:32:46.652" v="436" actId="20577"/>
      <pc:docMkLst>
        <pc:docMk/>
      </pc:docMkLst>
      <pc:sldChg chg="addSp delSp modSp new del mod">
        <pc:chgData name="Campana, Kristie L" userId="2f5bf716-4f61-4ccf-b4c5-d1f5bcf85ebf" providerId="ADAL" clId="{EA883C01-A9B3-46D7-948D-6FCADF2CD3E9}" dt="2026-08-10T16:00:15.333" v="103" actId="47"/>
        <pc:sldMkLst>
          <pc:docMk/>
          <pc:sldMk cId="1155960135" sldId="267"/>
        </pc:sldMkLst>
        <pc:spChg chg="del">
          <ac:chgData name="Campana, Kristie L" userId="2f5bf716-4f61-4ccf-b4c5-d1f5bcf85ebf" providerId="ADAL" clId="{EA883C01-A9B3-46D7-948D-6FCADF2CD3E9}" dt="2026-08-10T15:15:11.548" v="3" actId="478"/>
          <ac:spMkLst>
            <pc:docMk/>
            <pc:sldMk cId="1155960135" sldId="267"/>
            <ac:spMk id="2" creationId="{3FB1A37D-CBE2-D8EA-E678-D6D8DE17DE48}"/>
          </ac:spMkLst>
        </pc:spChg>
        <pc:spChg chg="del mod">
          <ac:chgData name="Campana, Kristie L" userId="2f5bf716-4f61-4ccf-b4c5-d1f5bcf85ebf" providerId="ADAL" clId="{EA883C01-A9B3-46D7-948D-6FCADF2CD3E9}" dt="2026-08-10T15:41:49.302" v="5" actId="931"/>
          <ac:spMkLst>
            <pc:docMk/>
            <pc:sldMk cId="1155960135" sldId="267"/>
            <ac:spMk id="3" creationId="{F4B0F300-5F7E-4931-FD21-3098D3D965E2}"/>
          </ac:spMkLst>
        </pc:spChg>
        <pc:spChg chg="add mod">
          <ac:chgData name="Campana, Kristie L" userId="2f5bf716-4f61-4ccf-b4c5-d1f5bcf85ebf" providerId="ADAL" clId="{EA883C01-A9B3-46D7-948D-6FCADF2CD3E9}" dt="2026-08-10T15:57:24.634" v="87" actId="20577"/>
          <ac:spMkLst>
            <pc:docMk/>
            <pc:sldMk cId="1155960135" sldId="267"/>
            <ac:spMk id="9" creationId="{5F0ECFD6-466C-A7B6-3520-734329BABD7D}"/>
          </ac:spMkLst>
        </pc:spChg>
        <pc:picChg chg="add mod">
          <ac:chgData name="Campana, Kristie L" userId="2f5bf716-4f61-4ccf-b4c5-d1f5bcf85ebf" providerId="ADAL" clId="{EA883C01-A9B3-46D7-948D-6FCADF2CD3E9}" dt="2026-08-10T15:56:22.329" v="77" actId="14826"/>
          <ac:picMkLst>
            <pc:docMk/>
            <pc:sldMk cId="1155960135" sldId="267"/>
            <ac:picMk id="5" creationId="{C108AFF5-AA87-AE48-5CF9-CAAA45602C74}"/>
          </ac:picMkLst>
        </pc:picChg>
        <pc:cxnChg chg="add mod">
          <ac:chgData name="Campana, Kristie L" userId="2f5bf716-4f61-4ccf-b4c5-d1f5bcf85ebf" providerId="ADAL" clId="{EA883C01-A9B3-46D7-948D-6FCADF2CD3E9}" dt="2026-08-10T15:56:58.031" v="80" actId="1076"/>
          <ac:cxnSpMkLst>
            <pc:docMk/>
            <pc:sldMk cId="1155960135" sldId="267"/>
            <ac:cxnSpMk id="7" creationId="{FA8F600A-C6CE-8C20-DDFA-D075E4351CA9}"/>
          </ac:cxnSpMkLst>
        </pc:cxnChg>
        <pc:cxnChg chg="add mod">
          <ac:chgData name="Campana, Kristie L" userId="2f5bf716-4f61-4ccf-b4c5-d1f5bcf85ebf" providerId="ADAL" clId="{EA883C01-A9B3-46D7-948D-6FCADF2CD3E9}" dt="2026-08-10T15:56:45.592" v="79" actId="1076"/>
          <ac:cxnSpMkLst>
            <pc:docMk/>
            <pc:sldMk cId="1155960135" sldId="267"/>
            <ac:cxnSpMk id="8" creationId="{73AF107D-C119-9C29-DFEB-3A30FA5EDE1B}"/>
          </ac:cxnSpMkLst>
        </pc:cxnChg>
      </pc:sldChg>
      <pc:sldChg chg="addSp delSp modSp new mod modTransition">
        <pc:chgData name="Campana, Kristie L" userId="2f5bf716-4f61-4ccf-b4c5-d1f5bcf85ebf" providerId="ADAL" clId="{EA883C01-A9B3-46D7-948D-6FCADF2CD3E9}" dt="2026-08-10T16:17:38.532" v="324"/>
        <pc:sldMkLst>
          <pc:docMk/>
          <pc:sldMk cId="2468493796" sldId="267"/>
        </pc:sldMkLst>
        <pc:spChg chg="del">
          <ac:chgData name="Campana, Kristie L" userId="2f5bf716-4f61-4ccf-b4c5-d1f5bcf85ebf" providerId="ADAL" clId="{EA883C01-A9B3-46D7-948D-6FCADF2CD3E9}" dt="2026-08-10T16:00:30.252" v="108" actId="478"/>
          <ac:spMkLst>
            <pc:docMk/>
            <pc:sldMk cId="2468493796" sldId="267"/>
            <ac:spMk id="2" creationId="{CBE22013-58EA-846F-E10B-BFDC78D36861}"/>
          </ac:spMkLst>
        </pc:spChg>
        <pc:spChg chg="del">
          <ac:chgData name="Campana, Kristie L" userId="2f5bf716-4f61-4ccf-b4c5-d1f5bcf85ebf" providerId="ADAL" clId="{EA883C01-A9B3-46D7-948D-6FCADF2CD3E9}" dt="2026-08-10T16:00:27.347" v="107" actId="478"/>
          <ac:spMkLst>
            <pc:docMk/>
            <pc:sldMk cId="2468493796" sldId="267"/>
            <ac:spMk id="3" creationId="{0DEEA18E-7760-DCF7-7D4B-3F085B4ABB89}"/>
          </ac:spMkLst>
        </pc:spChg>
        <pc:spChg chg="add del mod">
          <ac:chgData name="Campana, Kristie L" userId="2f5bf716-4f61-4ccf-b4c5-d1f5bcf85ebf" providerId="ADAL" clId="{EA883C01-A9B3-46D7-948D-6FCADF2CD3E9}" dt="2026-08-10T16:01:34.633" v="120" actId="478"/>
          <ac:spMkLst>
            <pc:docMk/>
            <pc:sldMk cId="2468493796" sldId="267"/>
            <ac:spMk id="10" creationId="{A3168713-50F9-E5E8-14B7-407DF0E0C8D8}"/>
          </ac:spMkLst>
        </pc:spChg>
        <pc:spChg chg="add del">
          <ac:chgData name="Campana, Kristie L" userId="2f5bf716-4f61-4ccf-b4c5-d1f5bcf85ebf" providerId="ADAL" clId="{EA883C01-A9B3-46D7-948D-6FCADF2CD3E9}" dt="2026-08-10T16:01:55.634" v="122" actId="478"/>
          <ac:spMkLst>
            <pc:docMk/>
            <pc:sldMk cId="2468493796" sldId="267"/>
            <ac:spMk id="11" creationId="{5CD2D829-CFE1-E8F3-36F7-1B1780824B4D}"/>
          </ac:spMkLst>
        </pc:spChg>
        <pc:spChg chg="add mod">
          <ac:chgData name="Campana, Kristie L" userId="2f5bf716-4f61-4ccf-b4c5-d1f5bcf85ebf" providerId="ADAL" clId="{EA883C01-A9B3-46D7-948D-6FCADF2CD3E9}" dt="2026-08-10T16:04:30.124" v="137" actId="1076"/>
          <ac:spMkLst>
            <pc:docMk/>
            <pc:sldMk cId="2468493796" sldId="267"/>
            <ac:spMk id="12" creationId="{7AF2DC86-2F9F-78CE-718E-017A5D44648C}"/>
          </ac:spMkLst>
        </pc:spChg>
        <pc:spChg chg="add mod">
          <ac:chgData name="Campana, Kristie L" userId="2f5bf716-4f61-4ccf-b4c5-d1f5bcf85ebf" providerId="ADAL" clId="{EA883C01-A9B3-46D7-948D-6FCADF2CD3E9}" dt="2026-08-10T16:04:30.124" v="137" actId="1076"/>
          <ac:spMkLst>
            <pc:docMk/>
            <pc:sldMk cId="2468493796" sldId="267"/>
            <ac:spMk id="13" creationId="{63976348-DBDC-6EF3-58B6-A81FE1576A41}"/>
          </ac:spMkLst>
        </pc:spChg>
        <pc:spChg chg="add del mod">
          <ac:chgData name="Campana, Kristie L" userId="2f5bf716-4f61-4ccf-b4c5-d1f5bcf85ebf" providerId="ADAL" clId="{EA883C01-A9B3-46D7-948D-6FCADF2CD3E9}" dt="2026-08-10T16:06:29.118" v="152" actId="478"/>
          <ac:spMkLst>
            <pc:docMk/>
            <pc:sldMk cId="2468493796" sldId="267"/>
            <ac:spMk id="14" creationId="{E52FC2D7-1C33-8EB5-7D16-CD8BDB8A575B}"/>
          </ac:spMkLst>
        </pc:spChg>
        <pc:spChg chg="add del mod">
          <ac:chgData name="Campana, Kristie L" userId="2f5bf716-4f61-4ccf-b4c5-d1f5bcf85ebf" providerId="ADAL" clId="{EA883C01-A9B3-46D7-948D-6FCADF2CD3E9}" dt="2026-08-10T16:06:30.034" v="153" actId="478"/>
          <ac:spMkLst>
            <pc:docMk/>
            <pc:sldMk cId="2468493796" sldId="267"/>
            <ac:spMk id="15" creationId="{86BC5F26-40AA-23E9-C917-DC0B35921DA5}"/>
          </ac:spMkLst>
        </pc:spChg>
        <pc:spChg chg="add mod">
          <ac:chgData name="Campana, Kristie L" userId="2f5bf716-4f61-4ccf-b4c5-d1f5bcf85ebf" providerId="ADAL" clId="{EA883C01-A9B3-46D7-948D-6FCADF2CD3E9}" dt="2026-08-10T16:07:36.376" v="180" actId="207"/>
          <ac:spMkLst>
            <pc:docMk/>
            <pc:sldMk cId="2468493796" sldId="267"/>
            <ac:spMk id="18" creationId="{956ED0B5-A2D7-8D86-C8BA-7A9B1716AC3B}"/>
          </ac:spMkLst>
        </pc:spChg>
        <pc:spChg chg="add mod">
          <ac:chgData name="Campana, Kristie L" userId="2f5bf716-4f61-4ccf-b4c5-d1f5bcf85ebf" providerId="ADAL" clId="{EA883C01-A9B3-46D7-948D-6FCADF2CD3E9}" dt="2026-08-10T16:08:05.431" v="188" actId="20577"/>
          <ac:spMkLst>
            <pc:docMk/>
            <pc:sldMk cId="2468493796" sldId="267"/>
            <ac:spMk id="20" creationId="{4D298CFA-0904-FAFA-E071-ED1C478DB244}"/>
          </ac:spMkLst>
        </pc:spChg>
        <pc:spChg chg="add mod">
          <ac:chgData name="Campana, Kristie L" userId="2f5bf716-4f61-4ccf-b4c5-d1f5bcf85ebf" providerId="ADAL" clId="{EA883C01-A9B3-46D7-948D-6FCADF2CD3E9}" dt="2026-08-10T16:10:35.358" v="217" actId="1076"/>
          <ac:spMkLst>
            <pc:docMk/>
            <pc:sldMk cId="2468493796" sldId="267"/>
            <ac:spMk id="21" creationId="{92BF668D-722C-94FA-24F7-7768DA0C1D70}"/>
          </ac:spMkLst>
        </pc:spChg>
        <pc:cxnChg chg="add mod">
          <ac:chgData name="Campana, Kristie L" userId="2f5bf716-4f61-4ccf-b4c5-d1f5bcf85ebf" providerId="ADAL" clId="{EA883C01-A9B3-46D7-948D-6FCADF2CD3E9}" dt="2026-08-10T16:00:53.562" v="111" actId="1582"/>
          <ac:cxnSpMkLst>
            <pc:docMk/>
            <pc:sldMk cId="2468493796" sldId="267"/>
            <ac:cxnSpMk id="5" creationId="{7079912F-6CF0-57B2-0CEC-E435B8B12D20}"/>
          </ac:cxnSpMkLst>
        </pc:cxnChg>
        <pc:cxnChg chg="add mod">
          <ac:chgData name="Campana, Kristie L" userId="2f5bf716-4f61-4ccf-b4c5-d1f5bcf85ebf" providerId="ADAL" clId="{EA883C01-A9B3-46D7-948D-6FCADF2CD3E9}" dt="2026-08-10T16:01:18.827" v="117" actId="14100"/>
          <ac:cxnSpMkLst>
            <pc:docMk/>
            <pc:sldMk cId="2468493796" sldId="267"/>
            <ac:cxnSpMk id="6" creationId="{60607FAC-A8FE-A66E-6238-8B8AA3C4909F}"/>
          </ac:cxnSpMkLst>
        </pc:cxnChg>
        <pc:cxnChg chg="add mod">
          <ac:chgData name="Campana, Kristie L" userId="2f5bf716-4f61-4ccf-b4c5-d1f5bcf85ebf" providerId="ADAL" clId="{EA883C01-A9B3-46D7-948D-6FCADF2CD3E9}" dt="2026-08-10T16:07:11.357" v="167" actId="1582"/>
          <ac:cxnSpMkLst>
            <pc:docMk/>
            <pc:sldMk cId="2468493796" sldId="267"/>
            <ac:cxnSpMk id="17" creationId="{C26FE01C-13FD-A556-0EDC-14E1986E47E3}"/>
          </ac:cxnSpMkLst>
        </pc:cxnChg>
        <pc:cxnChg chg="add mod">
          <ac:chgData name="Campana, Kristie L" userId="2f5bf716-4f61-4ccf-b4c5-d1f5bcf85ebf" providerId="ADAL" clId="{EA883C01-A9B3-46D7-948D-6FCADF2CD3E9}" dt="2026-08-10T16:07:59.664" v="184" actId="208"/>
          <ac:cxnSpMkLst>
            <pc:docMk/>
            <pc:sldMk cId="2468493796" sldId="267"/>
            <ac:cxnSpMk id="19" creationId="{C9E6E516-47F6-AEAA-F269-4E55FC127DCC}"/>
          </ac:cxnSpMkLst>
        </pc:cxnChg>
      </pc:sldChg>
      <pc:sldChg chg="new del">
        <pc:chgData name="Campana, Kristie L" userId="2f5bf716-4f61-4ccf-b4c5-d1f5bcf85ebf" providerId="ADAL" clId="{EA883C01-A9B3-46D7-948D-6FCADF2CD3E9}" dt="2026-08-10T15:15:04.430" v="2" actId="47"/>
        <pc:sldMkLst>
          <pc:docMk/>
          <pc:sldMk cId="1817898757" sldId="268"/>
        </pc:sldMkLst>
      </pc:sldChg>
      <pc:sldChg chg="modSp add mod modTransition">
        <pc:chgData name="Campana, Kristie L" userId="2f5bf716-4f61-4ccf-b4c5-d1f5bcf85ebf" providerId="ADAL" clId="{EA883C01-A9B3-46D7-948D-6FCADF2CD3E9}" dt="2026-08-10T16:17:48.944" v="325"/>
        <pc:sldMkLst>
          <pc:docMk/>
          <pc:sldMk cId="2625682514" sldId="268"/>
        </pc:sldMkLst>
        <pc:spChg chg="mod">
          <ac:chgData name="Campana, Kristie L" userId="2f5bf716-4f61-4ccf-b4c5-d1f5bcf85ebf" providerId="ADAL" clId="{EA883C01-A9B3-46D7-948D-6FCADF2CD3E9}" dt="2026-08-10T16:11:13.320" v="265" actId="1038"/>
          <ac:spMkLst>
            <pc:docMk/>
            <pc:sldMk cId="2625682514" sldId="268"/>
            <ac:spMk id="12" creationId="{7AF2DC86-2F9F-78CE-718E-017A5D44648C}"/>
          </ac:spMkLst>
        </pc:spChg>
        <pc:spChg chg="mod">
          <ac:chgData name="Campana, Kristie L" userId="2f5bf716-4f61-4ccf-b4c5-d1f5bcf85ebf" providerId="ADAL" clId="{EA883C01-A9B3-46D7-948D-6FCADF2CD3E9}" dt="2026-08-10T16:11:57.061" v="269" actId="20577"/>
          <ac:spMkLst>
            <pc:docMk/>
            <pc:sldMk cId="2625682514" sldId="268"/>
            <ac:spMk id="20" creationId="{4D298CFA-0904-FAFA-E071-ED1C478DB244}"/>
          </ac:spMkLst>
        </pc:spChg>
        <pc:spChg chg="mod">
          <ac:chgData name="Campana, Kristie L" userId="2f5bf716-4f61-4ccf-b4c5-d1f5bcf85ebf" providerId="ADAL" clId="{EA883C01-A9B3-46D7-948D-6FCADF2CD3E9}" dt="2026-08-10T16:12:11.727" v="277" actId="20577"/>
          <ac:spMkLst>
            <pc:docMk/>
            <pc:sldMk cId="2625682514" sldId="268"/>
            <ac:spMk id="21" creationId="{92BF668D-722C-94FA-24F7-7768DA0C1D70}"/>
          </ac:spMkLst>
        </pc:spChg>
        <pc:cxnChg chg="mod">
          <ac:chgData name="Campana, Kristie L" userId="2f5bf716-4f61-4ccf-b4c5-d1f5bcf85ebf" providerId="ADAL" clId="{EA883C01-A9B3-46D7-948D-6FCADF2CD3E9}" dt="2026-08-10T16:11:13.320" v="265" actId="1038"/>
          <ac:cxnSpMkLst>
            <pc:docMk/>
            <pc:sldMk cId="2625682514" sldId="268"/>
            <ac:cxnSpMk id="19" creationId="{C9E6E516-47F6-AEAA-F269-4E55FC127DCC}"/>
          </ac:cxnSpMkLst>
        </pc:cxnChg>
      </pc:sldChg>
      <pc:sldChg chg="addSp delSp modSp add del mod">
        <pc:chgData name="Campana, Kristie L" userId="2f5bf716-4f61-4ccf-b4c5-d1f5bcf85ebf" providerId="ADAL" clId="{EA883C01-A9B3-46D7-948D-6FCADF2CD3E9}" dt="2026-08-10T16:00:16.582" v="104" actId="47"/>
        <pc:sldMkLst>
          <pc:docMk/>
          <pc:sldMk cId="3202422987" sldId="268"/>
        </pc:sldMkLst>
        <pc:spChg chg="add del mod">
          <ac:chgData name="Campana, Kristie L" userId="2f5bf716-4f61-4ccf-b4c5-d1f5bcf85ebf" providerId="ADAL" clId="{EA883C01-A9B3-46D7-948D-6FCADF2CD3E9}" dt="2026-08-10T15:47:48.783" v="75" actId="478"/>
          <ac:spMkLst>
            <pc:docMk/>
            <pc:sldMk cId="3202422987" sldId="268"/>
            <ac:spMk id="3" creationId="{D1A22FC4-2D8A-4B3D-71DA-19C924AA4930}"/>
          </ac:spMkLst>
        </pc:spChg>
        <pc:spChg chg="mod">
          <ac:chgData name="Campana, Kristie L" userId="2f5bf716-4f61-4ccf-b4c5-d1f5bcf85ebf" providerId="ADAL" clId="{EA883C01-A9B3-46D7-948D-6FCADF2CD3E9}" dt="2026-08-10T15:59:07.082" v="98" actId="20577"/>
          <ac:spMkLst>
            <pc:docMk/>
            <pc:sldMk cId="3202422987" sldId="268"/>
            <ac:spMk id="9" creationId="{5F0ECFD6-466C-A7B6-3520-734329BABD7D}"/>
          </ac:spMkLst>
        </pc:spChg>
        <pc:spChg chg="add del mod">
          <ac:chgData name="Campana, Kristie L" userId="2f5bf716-4f61-4ccf-b4c5-d1f5bcf85ebf" providerId="ADAL" clId="{EA883C01-A9B3-46D7-948D-6FCADF2CD3E9}" dt="2026-08-10T15:47:47.032" v="71" actId="478"/>
          <ac:spMkLst>
            <pc:docMk/>
            <pc:sldMk cId="3202422987" sldId="268"/>
            <ac:spMk id="11" creationId="{CAA0C057-A2B1-7B6A-0FB3-DF91639754A1}"/>
          </ac:spMkLst>
        </pc:spChg>
        <pc:picChg chg="add del mod">
          <ac:chgData name="Campana, Kristie L" userId="2f5bf716-4f61-4ccf-b4c5-d1f5bcf85ebf" providerId="ADAL" clId="{EA883C01-A9B3-46D7-948D-6FCADF2CD3E9}" dt="2026-08-10T15:57:47.998" v="88" actId="14826"/>
          <ac:picMkLst>
            <pc:docMk/>
            <pc:sldMk cId="3202422987" sldId="268"/>
            <ac:picMk id="5" creationId="{C108AFF5-AA87-AE48-5CF9-CAAA45602C74}"/>
          </ac:picMkLst>
        </pc:picChg>
        <pc:picChg chg="add del mod">
          <ac:chgData name="Campana, Kristie L" userId="2f5bf716-4f61-4ccf-b4c5-d1f5bcf85ebf" providerId="ADAL" clId="{EA883C01-A9B3-46D7-948D-6FCADF2CD3E9}" dt="2026-08-10T15:47:48.094" v="74" actId="931"/>
          <ac:picMkLst>
            <pc:docMk/>
            <pc:sldMk cId="3202422987" sldId="268"/>
            <ac:picMk id="6" creationId="{A032C07D-0950-505F-2F62-EE34FE58A0E9}"/>
          </ac:picMkLst>
        </pc:picChg>
        <pc:cxnChg chg="mod">
          <ac:chgData name="Campana, Kristie L" userId="2f5bf716-4f61-4ccf-b4c5-d1f5bcf85ebf" providerId="ADAL" clId="{EA883C01-A9B3-46D7-948D-6FCADF2CD3E9}" dt="2026-08-10T15:58:09.683" v="91" actId="1076"/>
          <ac:cxnSpMkLst>
            <pc:docMk/>
            <pc:sldMk cId="3202422987" sldId="268"/>
            <ac:cxnSpMk id="7" creationId="{FA8F600A-C6CE-8C20-DDFA-D075E4351CA9}"/>
          </ac:cxnSpMkLst>
        </pc:cxnChg>
        <pc:cxnChg chg="mod">
          <ac:chgData name="Campana, Kristie L" userId="2f5bf716-4f61-4ccf-b4c5-d1f5bcf85ebf" providerId="ADAL" clId="{EA883C01-A9B3-46D7-948D-6FCADF2CD3E9}" dt="2026-08-10T15:58:01.881" v="90" actId="1076"/>
          <ac:cxnSpMkLst>
            <pc:docMk/>
            <pc:sldMk cId="3202422987" sldId="268"/>
            <ac:cxnSpMk id="8" creationId="{73AF107D-C119-9C29-DFEB-3A30FA5EDE1B}"/>
          </ac:cxnSpMkLst>
        </pc:cxnChg>
      </pc:sldChg>
      <pc:sldChg chg="modSp add del mod">
        <pc:chgData name="Campana, Kristie L" userId="2f5bf716-4f61-4ccf-b4c5-d1f5bcf85ebf" providerId="ADAL" clId="{EA883C01-A9B3-46D7-948D-6FCADF2CD3E9}" dt="2026-08-10T16:00:17.562" v="105" actId="47"/>
        <pc:sldMkLst>
          <pc:docMk/>
          <pc:sldMk cId="1467176677" sldId="269"/>
        </pc:sldMkLst>
        <pc:picChg chg="mod">
          <ac:chgData name="Campana, Kristie L" userId="2f5bf716-4f61-4ccf-b4c5-d1f5bcf85ebf" providerId="ADAL" clId="{EA883C01-A9B3-46D7-948D-6FCADF2CD3E9}" dt="2026-08-10T15:59:24.698" v="99" actId="14826"/>
          <ac:picMkLst>
            <pc:docMk/>
            <pc:sldMk cId="1467176677" sldId="269"/>
            <ac:picMk id="5" creationId="{C108AFF5-AA87-AE48-5CF9-CAAA45602C74}"/>
          </ac:picMkLst>
        </pc:picChg>
        <pc:cxnChg chg="mod">
          <ac:chgData name="Campana, Kristie L" userId="2f5bf716-4f61-4ccf-b4c5-d1f5bcf85ebf" providerId="ADAL" clId="{EA883C01-A9B3-46D7-948D-6FCADF2CD3E9}" dt="2026-08-10T15:59:49.461" v="102" actId="1076"/>
          <ac:cxnSpMkLst>
            <pc:docMk/>
            <pc:sldMk cId="1467176677" sldId="269"/>
            <ac:cxnSpMk id="7" creationId="{FA8F600A-C6CE-8C20-DDFA-D075E4351CA9}"/>
          </ac:cxnSpMkLst>
        </pc:cxnChg>
        <pc:cxnChg chg="mod">
          <ac:chgData name="Campana, Kristie L" userId="2f5bf716-4f61-4ccf-b4c5-d1f5bcf85ebf" providerId="ADAL" clId="{EA883C01-A9B3-46D7-948D-6FCADF2CD3E9}" dt="2026-08-10T15:59:44.555" v="101" actId="1076"/>
          <ac:cxnSpMkLst>
            <pc:docMk/>
            <pc:sldMk cId="1467176677" sldId="269"/>
            <ac:cxnSpMk id="8" creationId="{73AF107D-C119-9C29-DFEB-3A30FA5EDE1B}"/>
          </ac:cxnSpMkLst>
        </pc:cxnChg>
      </pc:sldChg>
      <pc:sldChg chg="modSp add mod modTransition">
        <pc:chgData name="Campana, Kristie L" userId="2f5bf716-4f61-4ccf-b4c5-d1f5bcf85ebf" providerId="ADAL" clId="{EA883C01-A9B3-46D7-948D-6FCADF2CD3E9}" dt="2026-08-10T16:17:51.981" v="326"/>
        <pc:sldMkLst>
          <pc:docMk/>
          <pc:sldMk cId="3255813184" sldId="269"/>
        </pc:sldMkLst>
        <pc:spChg chg="mod">
          <ac:chgData name="Campana, Kristie L" userId="2f5bf716-4f61-4ccf-b4c5-d1f5bcf85ebf" providerId="ADAL" clId="{EA883C01-A9B3-46D7-948D-6FCADF2CD3E9}" dt="2026-08-10T16:12:29.740" v="311" actId="1038"/>
          <ac:spMkLst>
            <pc:docMk/>
            <pc:sldMk cId="3255813184" sldId="269"/>
            <ac:spMk id="12" creationId="{7AF2DC86-2F9F-78CE-718E-017A5D44648C}"/>
          </ac:spMkLst>
        </pc:spChg>
        <pc:spChg chg="mod">
          <ac:chgData name="Campana, Kristie L" userId="2f5bf716-4f61-4ccf-b4c5-d1f5bcf85ebf" providerId="ADAL" clId="{EA883C01-A9B3-46D7-948D-6FCADF2CD3E9}" dt="2026-08-10T16:12:44.403" v="313" actId="20577"/>
          <ac:spMkLst>
            <pc:docMk/>
            <pc:sldMk cId="3255813184" sldId="269"/>
            <ac:spMk id="20" creationId="{4D298CFA-0904-FAFA-E071-ED1C478DB244}"/>
          </ac:spMkLst>
        </pc:spChg>
        <pc:spChg chg="mod">
          <ac:chgData name="Campana, Kristie L" userId="2f5bf716-4f61-4ccf-b4c5-d1f5bcf85ebf" providerId="ADAL" clId="{EA883C01-A9B3-46D7-948D-6FCADF2CD3E9}" dt="2026-08-10T16:13:13.993" v="321" actId="20577"/>
          <ac:spMkLst>
            <pc:docMk/>
            <pc:sldMk cId="3255813184" sldId="269"/>
            <ac:spMk id="21" creationId="{92BF668D-722C-94FA-24F7-7768DA0C1D70}"/>
          </ac:spMkLst>
        </pc:spChg>
        <pc:cxnChg chg="mod">
          <ac:chgData name="Campana, Kristie L" userId="2f5bf716-4f61-4ccf-b4c5-d1f5bcf85ebf" providerId="ADAL" clId="{EA883C01-A9B3-46D7-948D-6FCADF2CD3E9}" dt="2026-08-10T16:12:29.740" v="311" actId="1038"/>
          <ac:cxnSpMkLst>
            <pc:docMk/>
            <pc:sldMk cId="3255813184" sldId="269"/>
            <ac:cxnSpMk id="19" creationId="{C9E6E516-47F6-AEAA-F269-4E55FC127DCC}"/>
          </ac:cxnSpMkLst>
        </pc:cxnChg>
      </pc:sldChg>
      <pc:sldChg chg="modSp add mod ord">
        <pc:chgData name="Campana, Kristie L" userId="2f5bf716-4f61-4ccf-b4c5-d1f5bcf85ebf" providerId="ADAL" clId="{EA883C01-A9B3-46D7-948D-6FCADF2CD3E9}" dt="2026-08-10T16:32:20.578" v="422" actId="20577"/>
        <pc:sldMkLst>
          <pc:docMk/>
          <pc:sldMk cId="1311917023" sldId="270"/>
        </pc:sldMkLst>
        <pc:spChg chg="mod">
          <ac:chgData name="Campana, Kristie L" userId="2f5bf716-4f61-4ccf-b4c5-d1f5bcf85ebf" providerId="ADAL" clId="{EA883C01-A9B3-46D7-948D-6FCADF2CD3E9}" dt="2026-08-10T16:29:58.725" v="392" actId="1037"/>
          <ac:spMkLst>
            <pc:docMk/>
            <pc:sldMk cId="1311917023" sldId="270"/>
            <ac:spMk id="12" creationId="{7AF2DC86-2F9F-78CE-718E-017A5D44648C}"/>
          </ac:spMkLst>
        </pc:spChg>
        <pc:spChg chg="mod">
          <ac:chgData name="Campana, Kristie L" userId="2f5bf716-4f61-4ccf-b4c5-d1f5bcf85ebf" providerId="ADAL" clId="{EA883C01-A9B3-46D7-948D-6FCADF2CD3E9}" dt="2026-08-10T16:29:53.065" v="358" actId="1038"/>
          <ac:spMkLst>
            <pc:docMk/>
            <pc:sldMk cId="1311917023" sldId="270"/>
            <ac:spMk id="13" creationId="{63976348-DBDC-6EF3-58B6-A81FE1576A41}"/>
          </ac:spMkLst>
        </pc:spChg>
        <pc:spChg chg="mod">
          <ac:chgData name="Campana, Kristie L" userId="2f5bf716-4f61-4ccf-b4c5-d1f5bcf85ebf" providerId="ADAL" clId="{EA883C01-A9B3-46D7-948D-6FCADF2CD3E9}" dt="2026-08-10T16:32:20.578" v="422" actId="20577"/>
          <ac:spMkLst>
            <pc:docMk/>
            <pc:sldMk cId="1311917023" sldId="270"/>
            <ac:spMk id="21" creationId="{92BF668D-722C-94FA-24F7-7768DA0C1D70}"/>
          </ac:spMkLst>
        </pc:spChg>
      </pc:sldChg>
      <pc:sldChg chg="addSp delSp modSp new del mod">
        <pc:chgData name="Campana, Kristie L" userId="2f5bf716-4f61-4ccf-b4c5-d1f5bcf85ebf" providerId="ADAL" clId="{EA883C01-A9B3-46D7-948D-6FCADF2CD3E9}" dt="2026-08-10T16:29:17.262" v="329" actId="47"/>
        <pc:sldMkLst>
          <pc:docMk/>
          <pc:sldMk cId="3974911219" sldId="270"/>
        </pc:sldMkLst>
        <pc:spChg chg="del">
          <ac:chgData name="Campana, Kristie L" userId="2f5bf716-4f61-4ccf-b4c5-d1f5bcf85ebf" providerId="ADAL" clId="{EA883C01-A9B3-46D7-948D-6FCADF2CD3E9}" dt="2026-08-10T16:16:51.079" v="323" actId="931"/>
          <ac:spMkLst>
            <pc:docMk/>
            <pc:sldMk cId="3974911219" sldId="270"/>
            <ac:spMk id="3" creationId="{156A13F7-472A-649E-B852-E3A5DD738AE9}"/>
          </ac:spMkLst>
        </pc:spChg>
        <pc:spChg chg="add del mod">
          <ac:chgData name="Campana, Kristie L" userId="2f5bf716-4f61-4ccf-b4c5-d1f5bcf85ebf" providerId="ADAL" clId="{EA883C01-A9B3-46D7-948D-6FCADF2CD3E9}" dt="2026-08-10T16:18:55.781" v="328" actId="931"/>
          <ac:spMkLst>
            <pc:docMk/>
            <pc:sldMk cId="3974911219" sldId="270"/>
            <ac:spMk id="7" creationId="{B7B731CE-878B-3401-943A-FB16EB2B992A}"/>
          </ac:spMkLst>
        </pc:spChg>
        <pc:picChg chg="add del mod">
          <ac:chgData name="Campana, Kristie L" userId="2f5bf716-4f61-4ccf-b4c5-d1f5bcf85ebf" providerId="ADAL" clId="{EA883C01-A9B3-46D7-948D-6FCADF2CD3E9}" dt="2026-08-10T16:18:46.771" v="327" actId="478"/>
          <ac:picMkLst>
            <pc:docMk/>
            <pc:sldMk cId="3974911219" sldId="270"/>
            <ac:picMk id="5" creationId="{E578AA32-EEB2-39BF-6C57-E528AC6542B7}"/>
          </ac:picMkLst>
        </pc:picChg>
        <pc:picChg chg="add mod">
          <ac:chgData name="Campana, Kristie L" userId="2f5bf716-4f61-4ccf-b4c5-d1f5bcf85ebf" providerId="ADAL" clId="{EA883C01-A9B3-46D7-948D-6FCADF2CD3E9}" dt="2026-08-10T16:18:55.781" v="328" actId="931"/>
          <ac:picMkLst>
            <pc:docMk/>
            <pc:sldMk cId="3974911219" sldId="270"/>
            <ac:picMk id="9" creationId="{C7E671FE-9520-3941-AD9E-AD6196E0BB79}"/>
          </ac:picMkLst>
        </pc:picChg>
      </pc:sldChg>
      <pc:sldChg chg="add">
        <pc:chgData name="Campana, Kristie L" userId="2f5bf716-4f61-4ccf-b4c5-d1f5bcf85ebf" providerId="ADAL" clId="{EA883C01-A9B3-46D7-948D-6FCADF2CD3E9}" dt="2026-08-10T16:29:30.851" v="331"/>
        <pc:sldMkLst>
          <pc:docMk/>
          <pc:sldMk cId="886499572" sldId="271"/>
        </pc:sldMkLst>
      </pc:sldChg>
      <pc:sldChg chg="add del">
        <pc:chgData name="Campana, Kristie L" userId="2f5bf716-4f61-4ccf-b4c5-d1f5bcf85ebf" providerId="ADAL" clId="{EA883C01-A9B3-46D7-948D-6FCADF2CD3E9}" dt="2026-08-10T16:30:09.229" v="395" actId="47"/>
        <pc:sldMkLst>
          <pc:docMk/>
          <pc:sldMk cId="3016074726" sldId="272"/>
        </pc:sldMkLst>
      </pc:sldChg>
      <pc:sldChg chg="modSp add mod">
        <pc:chgData name="Campana, Kristie L" userId="2f5bf716-4f61-4ccf-b4c5-d1f5bcf85ebf" providerId="ADAL" clId="{EA883C01-A9B3-46D7-948D-6FCADF2CD3E9}" dt="2026-08-10T16:32:46.652" v="436" actId="20577"/>
        <pc:sldMkLst>
          <pc:docMk/>
          <pc:sldMk cId="3281851188" sldId="272"/>
        </pc:sldMkLst>
        <pc:spChg chg="mod">
          <ac:chgData name="Campana, Kristie L" userId="2f5bf716-4f61-4ccf-b4c5-d1f5bcf85ebf" providerId="ADAL" clId="{EA883C01-A9B3-46D7-948D-6FCADF2CD3E9}" dt="2026-08-10T16:30:30.939" v="400" actId="1076"/>
          <ac:spMkLst>
            <pc:docMk/>
            <pc:sldMk cId="3281851188" sldId="272"/>
            <ac:spMk id="12" creationId="{7AF2DC86-2F9F-78CE-718E-017A5D44648C}"/>
          </ac:spMkLst>
        </pc:spChg>
        <pc:spChg chg="mod">
          <ac:chgData name="Campana, Kristie L" userId="2f5bf716-4f61-4ccf-b4c5-d1f5bcf85ebf" providerId="ADAL" clId="{EA883C01-A9B3-46D7-948D-6FCADF2CD3E9}" dt="2026-08-10T16:30:21.670" v="398" actId="1076"/>
          <ac:spMkLst>
            <pc:docMk/>
            <pc:sldMk cId="3281851188" sldId="272"/>
            <ac:spMk id="13" creationId="{63976348-DBDC-6EF3-58B6-A81FE1576A41}"/>
          </ac:spMkLst>
        </pc:spChg>
        <pc:spChg chg="mod">
          <ac:chgData name="Campana, Kristie L" userId="2f5bf716-4f61-4ccf-b4c5-d1f5bcf85ebf" providerId="ADAL" clId="{EA883C01-A9B3-46D7-948D-6FCADF2CD3E9}" dt="2026-08-10T16:32:46.652" v="436" actId="20577"/>
          <ac:spMkLst>
            <pc:docMk/>
            <pc:sldMk cId="3281851188" sldId="272"/>
            <ac:spMk id="21" creationId="{92BF668D-722C-94FA-24F7-7768DA0C1D70}"/>
          </ac:spMkLst>
        </pc:spChg>
      </pc:sldChg>
    </pc:docChg>
  </pc:docChgLst>
  <pc:docChgLst>
    <pc:chgData name="Campana, Kristie L" userId="2f5bf716-4f61-4ccf-b4c5-d1f5bcf85ebf" providerId="ADAL" clId="{1017BA2D-646E-4C4D-96BD-BEF0DEB0C648}"/>
    <pc:docChg chg="addSld modSld">
      <pc:chgData name="Campana, Kristie L" userId="2f5bf716-4f61-4ccf-b4c5-d1f5bcf85ebf" providerId="ADAL" clId="{1017BA2D-646E-4C4D-96BD-BEF0DEB0C648}" dt="2026-06-08T21:09:46.812" v="49" actId="1076"/>
      <pc:docMkLst>
        <pc:docMk/>
      </pc:docMkLst>
      <pc:sldChg chg="addSp modSp new mod">
        <pc:chgData name="Campana, Kristie L" userId="2f5bf716-4f61-4ccf-b4c5-d1f5bcf85ebf" providerId="ADAL" clId="{1017BA2D-646E-4C4D-96BD-BEF0DEB0C648}" dt="2026-06-08T21:09:46.812" v="49" actId="1076"/>
        <pc:sldMkLst>
          <pc:docMk/>
          <pc:sldMk cId="2410336124" sldId="266"/>
        </pc:sldMkLst>
        <pc:spChg chg="add mod">
          <ac:chgData name="Campana, Kristie L" userId="2f5bf716-4f61-4ccf-b4c5-d1f5bcf85ebf" providerId="ADAL" clId="{1017BA2D-646E-4C4D-96BD-BEF0DEB0C648}" dt="2026-06-08T21:08:27.200" v="24" actId="1076"/>
          <ac:spMkLst>
            <pc:docMk/>
            <pc:sldMk cId="2410336124" sldId="266"/>
            <ac:spMk id="2" creationId="{678BA5F9-CB5C-90E0-1643-EDC74B42F86D}"/>
          </ac:spMkLst>
        </pc:spChg>
        <pc:spChg chg="add mod">
          <ac:chgData name="Campana, Kristie L" userId="2f5bf716-4f61-4ccf-b4c5-d1f5bcf85ebf" providerId="ADAL" clId="{1017BA2D-646E-4C4D-96BD-BEF0DEB0C648}" dt="2026-06-08T21:09:33.966" v="48" actId="1076"/>
          <ac:spMkLst>
            <pc:docMk/>
            <pc:sldMk cId="2410336124" sldId="266"/>
            <ac:spMk id="3" creationId="{3540EBEC-9F92-A231-EA11-14AC5B4B177E}"/>
          </ac:spMkLst>
        </pc:spChg>
        <pc:spChg chg="add mod">
          <ac:chgData name="Campana, Kristie L" userId="2f5bf716-4f61-4ccf-b4c5-d1f5bcf85ebf" providerId="ADAL" clId="{1017BA2D-646E-4C4D-96BD-BEF0DEB0C648}" dt="2026-06-08T21:09:46.812" v="49" actId="1076"/>
          <ac:spMkLst>
            <pc:docMk/>
            <pc:sldMk cId="2410336124" sldId="266"/>
            <ac:spMk id="4" creationId="{FD9D740B-2CEA-D69F-64EC-90948973469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6CC504-8C19-4FDF-BD7A-8AE0DA7836AB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7D40C73-4F66-4098-97C7-70ECFD0CB19A}">
      <dgm:prSet phldrT="[Text]"/>
      <dgm:spPr/>
      <dgm:t>
        <a:bodyPr/>
        <a:lstStyle/>
        <a:p>
          <a:r>
            <a:rPr lang="en-US" dirty="0"/>
            <a:t>Alan</a:t>
          </a:r>
        </a:p>
      </dgm:t>
    </dgm:pt>
    <dgm:pt modelId="{A6E8C1F8-FC4D-47B3-AA53-CD454197CFC8}" type="parTrans" cxnId="{1E839CFC-9A8E-4544-9C44-CBF52BD8B75B}">
      <dgm:prSet/>
      <dgm:spPr/>
      <dgm:t>
        <a:bodyPr/>
        <a:lstStyle/>
        <a:p>
          <a:endParaRPr lang="en-US"/>
        </a:p>
      </dgm:t>
    </dgm:pt>
    <dgm:pt modelId="{42EA9115-8EC3-4C0C-BC38-5D0375CCF20F}" type="sibTrans" cxnId="{1E839CFC-9A8E-4544-9C44-CBF52BD8B75B}">
      <dgm:prSet/>
      <dgm:spPr/>
      <dgm:t>
        <a:bodyPr/>
        <a:lstStyle/>
        <a:p>
          <a:endParaRPr lang="en-US"/>
        </a:p>
      </dgm:t>
    </dgm:pt>
    <dgm:pt modelId="{009A105D-560C-4A3D-B6FC-A402AACA121D}">
      <dgm:prSet phldrT="[Text]"/>
      <dgm:spPr/>
      <dgm:t>
        <a:bodyPr/>
        <a:lstStyle/>
        <a:p>
          <a:r>
            <a:rPr lang="en-US" dirty="0"/>
            <a:t>Baseline</a:t>
          </a:r>
        </a:p>
      </dgm:t>
    </dgm:pt>
    <dgm:pt modelId="{6925DA28-8B3C-4408-9E2C-B716CFAB1D2B}" type="parTrans" cxnId="{8EF77102-3F5A-4AC6-8FC7-3CC689BF2736}">
      <dgm:prSet/>
      <dgm:spPr/>
      <dgm:t>
        <a:bodyPr/>
        <a:lstStyle/>
        <a:p>
          <a:endParaRPr lang="en-US"/>
        </a:p>
      </dgm:t>
    </dgm:pt>
    <dgm:pt modelId="{0831B69A-4FEF-46D7-A03E-EA55015E0737}" type="sibTrans" cxnId="{8EF77102-3F5A-4AC6-8FC7-3CC689BF2736}">
      <dgm:prSet/>
      <dgm:spPr/>
      <dgm:t>
        <a:bodyPr/>
        <a:lstStyle/>
        <a:p>
          <a:endParaRPr lang="en-US"/>
        </a:p>
      </dgm:t>
    </dgm:pt>
    <dgm:pt modelId="{0C5D22B8-DF1E-49E2-A284-E6F439EDB6D9}">
      <dgm:prSet phldrT="[Text]"/>
      <dgm:spPr/>
      <dgm:t>
        <a:bodyPr/>
        <a:lstStyle/>
        <a:p>
          <a:r>
            <a:rPr lang="en-US" dirty="0"/>
            <a:t>Mod. 1</a:t>
          </a:r>
        </a:p>
      </dgm:t>
    </dgm:pt>
    <dgm:pt modelId="{A4DC4BB9-617D-4CE2-AC4B-A2733F005EE2}" type="parTrans" cxnId="{F721E930-C533-48E2-8476-FC0F4BB74C63}">
      <dgm:prSet/>
      <dgm:spPr/>
      <dgm:t>
        <a:bodyPr/>
        <a:lstStyle/>
        <a:p>
          <a:endParaRPr lang="en-US"/>
        </a:p>
      </dgm:t>
    </dgm:pt>
    <dgm:pt modelId="{1CB56AF4-5066-4D75-8252-B86D2AEEB287}" type="sibTrans" cxnId="{F721E930-C533-48E2-8476-FC0F4BB74C63}">
      <dgm:prSet/>
      <dgm:spPr/>
      <dgm:t>
        <a:bodyPr/>
        <a:lstStyle/>
        <a:p>
          <a:endParaRPr lang="en-US"/>
        </a:p>
      </dgm:t>
    </dgm:pt>
    <dgm:pt modelId="{6DD261C2-5994-49DD-9225-BA9A617724CB}">
      <dgm:prSet phldrT="[Text]"/>
      <dgm:spPr/>
      <dgm:t>
        <a:bodyPr/>
        <a:lstStyle/>
        <a:p>
          <a:r>
            <a:rPr lang="en-US" dirty="0"/>
            <a:t>Mod.2</a:t>
          </a:r>
        </a:p>
      </dgm:t>
    </dgm:pt>
    <dgm:pt modelId="{EE7E0254-C2DB-479B-8BF5-1912A81D0902}" type="parTrans" cxnId="{8049D65B-3233-48CC-8C35-CDD492DD2133}">
      <dgm:prSet/>
      <dgm:spPr/>
      <dgm:t>
        <a:bodyPr/>
        <a:lstStyle/>
        <a:p>
          <a:endParaRPr lang="en-US"/>
        </a:p>
      </dgm:t>
    </dgm:pt>
    <dgm:pt modelId="{BB532E82-455C-4457-B476-12E60F477C82}" type="sibTrans" cxnId="{8049D65B-3233-48CC-8C35-CDD492DD2133}">
      <dgm:prSet/>
      <dgm:spPr/>
      <dgm:t>
        <a:bodyPr/>
        <a:lstStyle/>
        <a:p>
          <a:endParaRPr lang="en-US"/>
        </a:p>
      </dgm:t>
    </dgm:pt>
    <dgm:pt modelId="{165E4547-C576-44F9-9A99-0E8B0C01560D}" type="pres">
      <dgm:prSet presAssocID="{A86CC504-8C19-4FDF-BD7A-8AE0DA7836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1A1E404-3FA3-46BB-829E-A313A745958E}" type="pres">
      <dgm:prSet presAssocID="{47D40C73-4F66-4098-97C7-70ECFD0CB19A}" presName="hierRoot1" presStyleCnt="0">
        <dgm:presLayoutVars>
          <dgm:hierBranch val="init"/>
        </dgm:presLayoutVars>
      </dgm:prSet>
      <dgm:spPr/>
    </dgm:pt>
    <dgm:pt modelId="{636583E0-B0C8-442F-9CF5-22F03D615B4A}" type="pres">
      <dgm:prSet presAssocID="{47D40C73-4F66-4098-97C7-70ECFD0CB19A}" presName="rootComposite1" presStyleCnt="0"/>
      <dgm:spPr/>
    </dgm:pt>
    <dgm:pt modelId="{DD0112DB-B9D2-48E6-960C-6FC9B99DF2FB}" type="pres">
      <dgm:prSet presAssocID="{47D40C73-4F66-4098-97C7-70ECFD0CB19A}" presName="rootText1" presStyleLbl="node0" presStyleIdx="0" presStyleCnt="1">
        <dgm:presLayoutVars>
          <dgm:chPref val="3"/>
        </dgm:presLayoutVars>
      </dgm:prSet>
      <dgm:spPr/>
    </dgm:pt>
    <dgm:pt modelId="{3C412640-2C6E-440E-B451-E10D0E8E6182}" type="pres">
      <dgm:prSet presAssocID="{47D40C73-4F66-4098-97C7-70ECFD0CB19A}" presName="rootConnector1" presStyleLbl="node1" presStyleIdx="0" presStyleCnt="0"/>
      <dgm:spPr/>
    </dgm:pt>
    <dgm:pt modelId="{21FEA118-CF0D-48F8-8F57-F77171A4F6E2}" type="pres">
      <dgm:prSet presAssocID="{47D40C73-4F66-4098-97C7-70ECFD0CB19A}" presName="hierChild2" presStyleCnt="0"/>
      <dgm:spPr/>
    </dgm:pt>
    <dgm:pt modelId="{256C9731-36A7-4AC6-AB0C-CD64023D08D0}" type="pres">
      <dgm:prSet presAssocID="{6925DA28-8B3C-4408-9E2C-B716CFAB1D2B}" presName="Name37" presStyleLbl="parChTrans1D2" presStyleIdx="0" presStyleCnt="3"/>
      <dgm:spPr/>
    </dgm:pt>
    <dgm:pt modelId="{09A8D61B-F95A-4747-BF06-3E572243EFD9}" type="pres">
      <dgm:prSet presAssocID="{009A105D-560C-4A3D-B6FC-A402AACA121D}" presName="hierRoot2" presStyleCnt="0">
        <dgm:presLayoutVars>
          <dgm:hierBranch val="init"/>
        </dgm:presLayoutVars>
      </dgm:prSet>
      <dgm:spPr/>
    </dgm:pt>
    <dgm:pt modelId="{9850F9EA-C1FD-440A-94BF-A42797944A61}" type="pres">
      <dgm:prSet presAssocID="{009A105D-560C-4A3D-B6FC-A402AACA121D}" presName="rootComposite" presStyleCnt="0"/>
      <dgm:spPr/>
    </dgm:pt>
    <dgm:pt modelId="{25460BBF-06B3-44C9-8EAD-BA20C6483DF1}" type="pres">
      <dgm:prSet presAssocID="{009A105D-560C-4A3D-B6FC-A402AACA121D}" presName="rootText" presStyleLbl="node2" presStyleIdx="0" presStyleCnt="3">
        <dgm:presLayoutVars>
          <dgm:chPref val="3"/>
        </dgm:presLayoutVars>
      </dgm:prSet>
      <dgm:spPr/>
    </dgm:pt>
    <dgm:pt modelId="{03B329A2-6661-4E08-9150-82AAFAC3E375}" type="pres">
      <dgm:prSet presAssocID="{009A105D-560C-4A3D-B6FC-A402AACA121D}" presName="rootConnector" presStyleLbl="node2" presStyleIdx="0" presStyleCnt="3"/>
      <dgm:spPr/>
    </dgm:pt>
    <dgm:pt modelId="{56BCDD5F-5F8A-4AE7-AE47-6ABAFA049E52}" type="pres">
      <dgm:prSet presAssocID="{009A105D-560C-4A3D-B6FC-A402AACA121D}" presName="hierChild4" presStyleCnt="0"/>
      <dgm:spPr/>
    </dgm:pt>
    <dgm:pt modelId="{A4D50A00-E4EA-4E30-B214-4D2CDC7209AD}" type="pres">
      <dgm:prSet presAssocID="{009A105D-560C-4A3D-B6FC-A402AACA121D}" presName="hierChild5" presStyleCnt="0"/>
      <dgm:spPr/>
    </dgm:pt>
    <dgm:pt modelId="{0970ED3C-DAC2-4895-90DD-C852BE3E973E}" type="pres">
      <dgm:prSet presAssocID="{A4DC4BB9-617D-4CE2-AC4B-A2733F005EE2}" presName="Name37" presStyleLbl="parChTrans1D2" presStyleIdx="1" presStyleCnt="3"/>
      <dgm:spPr/>
    </dgm:pt>
    <dgm:pt modelId="{E1A54473-770F-45FC-9EEE-B079A59EE346}" type="pres">
      <dgm:prSet presAssocID="{0C5D22B8-DF1E-49E2-A284-E6F439EDB6D9}" presName="hierRoot2" presStyleCnt="0">
        <dgm:presLayoutVars>
          <dgm:hierBranch val="init"/>
        </dgm:presLayoutVars>
      </dgm:prSet>
      <dgm:spPr/>
    </dgm:pt>
    <dgm:pt modelId="{AEE16B2D-A552-4B07-BB1F-48DE226DAE89}" type="pres">
      <dgm:prSet presAssocID="{0C5D22B8-DF1E-49E2-A284-E6F439EDB6D9}" presName="rootComposite" presStyleCnt="0"/>
      <dgm:spPr/>
    </dgm:pt>
    <dgm:pt modelId="{E6D29F04-9BE2-4AE2-AF89-B09584E215D4}" type="pres">
      <dgm:prSet presAssocID="{0C5D22B8-DF1E-49E2-A284-E6F439EDB6D9}" presName="rootText" presStyleLbl="node2" presStyleIdx="1" presStyleCnt="3">
        <dgm:presLayoutVars>
          <dgm:chPref val="3"/>
        </dgm:presLayoutVars>
      </dgm:prSet>
      <dgm:spPr/>
    </dgm:pt>
    <dgm:pt modelId="{201FA8AE-B926-4F91-8AC5-24303A922DAC}" type="pres">
      <dgm:prSet presAssocID="{0C5D22B8-DF1E-49E2-A284-E6F439EDB6D9}" presName="rootConnector" presStyleLbl="node2" presStyleIdx="1" presStyleCnt="3"/>
      <dgm:spPr/>
    </dgm:pt>
    <dgm:pt modelId="{2B919B1B-1EFD-4194-8D8E-7FD990249BFC}" type="pres">
      <dgm:prSet presAssocID="{0C5D22B8-DF1E-49E2-A284-E6F439EDB6D9}" presName="hierChild4" presStyleCnt="0"/>
      <dgm:spPr/>
    </dgm:pt>
    <dgm:pt modelId="{2E1B03FE-3E52-4BD8-BF52-0BBC382AB555}" type="pres">
      <dgm:prSet presAssocID="{0C5D22B8-DF1E-49E2-A284-E6F439EDB6D9}" presName="hierChild5" presStyleCnt="0"/>
      <dgm:spPr/>
    </dgm:pt>
    <dgm:pt modelId="{9FDEB494-D38A-499A-8767-532E2D8CFE9C}" type="pres">
      <dgm:prSet presAssocID="{EE7E0254-C2DB-479B-8BF5-1912A81D0902}" presName="Name37" presStyleLbl="parChTrans1D2" presStyleIdx="2" presStyleCnt="3"/>
      <dgm:spPr/>
    </dgm:pt>
    <dgm:pt modelId="{DB08F32E-4627-478E-BF4C-6A9443105493}" type="pres">
      <dgm:prSet presAssocID="{6DD261C2-5994-49DD-9225-BA9A617724CB}" presName="hierRoot2" presStyleCnt="0">
        <dgm:presLayoutVars>
          <dgm:hierBranch val="init"/>
        </dgm:presLayoutVars>
      </dgm:prSet>
      <dgm:spPr/>
    </dgm:pt>
    <dgm:pt modelId="{A64178A7-DC69-41F7-8279-38F2762DD00B}" type="pres">
      <dgm:prSet presAssocID="{6DD261C2-5994-49DD-9225-BA9A617724CB}" presName="rootComposite" presStyleCnt="0"/>
      <dgm:spPr/>
    </dgm:pt>
    <dgm:pt modelId="{3770318E-3BFE-4DEA-B190-FD8F487F2041}" type="pres">
      <dgm:prSet presAssocID="{6DD261C2-5994-49DD-9225-BA9A617724CB}" presName="rootText" presStyleLbl="node2" presStyleIdx="2" presStyleCnt="3">
        <dgm:presLayoutVars>
          <dgm:chPref val="3"/>
        </dgm:presLayoutVars>
      </dgm:prSet>
      <dgm:spPr/>
    </dgm:pt>
    <dgm:pt modelId="{6C33E72B-E505-4C6D-BF71-324CA540D924}" type="pres">
      <dgm:prSet presAssocID="{6DD261C2-5994-49DD-9225-BA9A617724CB}" presName="rootConnector" presStyleLbl="node2" presStyleIdx="2" presStyleCnt="3"/>
      <dgm:spPr/>
    </dgm:pt>
    <dgm:pt modelId="{94DD8348-1E16-4DE6-9CBB-DCCEC83E54EE}" type="pres">
      <dgm:prSet presAssocID="{6DD261C2-5994-49DD-9225-BA9A617724CB}" presName="hierChild4" presStyleCnt="0"/>
      <dgm:spPr/>
    </dgm:pt>
    <dgm:pt modelId="{AB458E22-BF0E-401A-BC91-BE15F4889E5A}" type="pres">
      <dgm:prSet presAssocID="{6DD261C2-5994-49DD-9225-BA9A617724CB}" presName="hierChild5" presStyleCnt="0"/>
      <dgm:spPr/>
    </dgm:pt>
    <dgm:pt modelId="{01826EE8-B388-4F72-9D58-52AC2BEF7C92}" type="pres">
      <dgm:prSet presAssocID="{47D40C73-4F66-4098-97C7-70ECFD0CB19A}" presName="hierChild3" presStyleCnt="0"/>
      <dgm:spPr/>
    </dgm:pt>
  </dgm:ptLst>
  <dgm:cxnLst>
    <dgm:cxn modelId="{8EF77102-3F5A-4AC6-8FC7-3CC689BF2736}" srcId="{47D40C73-4F66-4098-97C7-70ECFD0CB19A}" destId="{009A105D-560C-4A3D-B6FC-A402AACA121D}" srcOrd="0" destOrd="0" parTransId="{6925DA28-8B3C-4408-9E2C-B716CFAB1D2B}" sibTransId="{0831B69A-4FEF-46D7-A03E-EA55015E0737}"/>
    <dgm:cxn modelId="{DC50BC26-6698-4CAA-BC78-DAE2F25291A3}" type="presOf" srcId="{47D40C73-4F66-4098-97C7-70ECFD0CB19A}" destId="{DD0112DB-B9D2-48E6-960C-6FC9B99DF2FB}" srcOrd="0" destOrd="0" presId="urn:microsoft.com/office/officeart/2005/8/layout/orgChart1"/>
    <dgm:cxn modelId="{F721E930-C533-48E2-8476-FC0F4BB74C63}" srcId="{47D40C73-4F66-4098-97C7-70ECFD0CB19A}" destId="{0C5D22B8-DF1E-49E2-A284-E6F439EDB6D9}" srcOrd="1" destOrd="0" parTransId="{A4DC4BB9-617D-4CE2-AC4B-A2733F005EE2}" sibTransId="{1CB56AF4-5066-4D75-8252-B86D2AEEB287}"/>
    <dgm:cxn modelId="{8BFA1E32-E5B7-450F-B858-59394F6A7D9D}" type="presOf" srcId="{6925DA28-8B3C-4408-9E2C-B716CFAB1D2B}" destId="{256C9731-36A7-4AC6-AB0C-CD64023D08D0}" srcOrd="0" destOrd="0" presId="urn:microsoft.com/office/officeart/2005/8/layout/orgChart1"/>
    <dgm:cxn modelId="{8049D65B-3233-48CC-8C35-CDD492DD2133}" srcId="{47D40C73-4F66-4098-97C7-70ECFD0CB19A}" destId="{6DD261C2-5994-49DD-9225-BA9A617724CB}" srcOrd="2" destOrd="0" parTransId="{EE7E0254-C2DB-479B-8BF5-1912A81D0902}" sibTransId="{BB532E82-455C-4457-B476-12E60F477C82}"/>
    <dgm:cxn modelId="{052D3071-CCC2-4E39-8893-71FDAD21EB1B}" type="presOf" srcId="{6DD261C2-5994-49DD-9225-BA9A617724CB}" destId="{3770318E-3BFE-4DEA-B190-FD8F487F2041}" srcOrd="0" destOrd="0" presId="urn:microsoft.com/office/officeart/2005/8/layout/orgChart1"/>
    <dgm:cxn modelId="{8CF5D65A-BE75-4941-8EEB-88F42EB30E24}" type="presOf" srcId="{A86CC504-8C19-4FDF-BD7A-8AE0DA7836AB}" destId="{165E4547-C576-44F9-9A99-0E8B0C01560D}" srcOrd="0" destOrd="0" presId="urn:microsoft.com/office/officeart/2005/8/layout/orgChart1"/>
    <dgm:cxn modelId="{A7C03985-0B27-4162-AF3D-599CD4CFB105}" type="presOf" srcId="{47D40C73-4F66-4098-97C7-70ECFD0CB19A}" destId="{3C412640-2C6E-440E-B451-E10D0E8E6182}" srcOrd="1" destOrd="0" presId="urn:microsoft.com/office/officeart/2005/8/layout/orgChart1"/>
    <dgm:cxn modelId="{66A6C28D-FEB0-4FA0-BFE3-0E4AA1E266FA}" type="presOf" srcId="{0C5D22B8-DF1E-49E2-A284-E6F439EDB6D9}" destId="{201FA8AE-B926-4F91-8AC5-24303A922DAC}" srcOrd="1" destOrd="0" presId="urn:microsoft.com/office/officeart/2005/8/layout/orgChart1"/>
    <dgm:cxn modelId="{E0C2D28E-2607-44A6-92A1-91F89B237368}" type="presOf" srcId="{0C5D22B8-DF1E-49E2-A284-E6F439EDB6D9}" destId="{E6D29F04-9BE2-4AE2-AF89-B09584E215D4}" srcOrd="0" destOrd="0" presId="urn:microsoft.com/office/officeart/2005/8/layout/orgChart1"/>
    <dgm:cxn modelId="{31FF769F-F19C-4F12-B430-4761D3B71D29}" type="presOf" srcId="{EE7E0254-C2DB-479B-8BF5-1912A81D0902}" destId="{9FDEB494-D38A-499A-8767-532E2D8CFE9C}" srcOrd="0" destOrd="0" presId="urn:microsoft.com/office/officeart/2005/8/layout/orgChart1"/>
    <dgm:cxn modelId="{10882AAE-57AC-41E0-B9D9-BBCB280926B9}" type="presOf" srcId="{A4DC4BB9-617D-4CE2-AC4B-A2733F005EE2}" destId="{0970ED3C-DAC2-4895-90DD-C852BE3E973E}" srcOrd="0" destOrd="0" presId="urn:microsoft.com/office/officeart/2005/8/layout/orgChart1"/>
    <dgm:cxn modelId="{77F797E7-1F9B-40D5-AF94-4BB58FBB7550}" type="presOf" srcId="{009A105D-560C-4A3D-B6FC-A402AACA121D}" destId="{25460BBF-06B3-44C9-8EAD-BA20C6483DF1}" srcOrd="0" destOrd="0" presId="urn:microsoft.com/office/officeart/2005/8/layout/orgChart1"/>
    <dgm:cxn modelId="{DD2FD7EA-A00E-4D0E-AC69-BAB4EB5C6D2F}" type="presOf" srcId="{009A105D-560C-4A3D-B6FC-A402AACA121D}" destId="{03B329A2-6661-4E08-9150-82AAFAC3E375}" srcOrd="1" destOrd="0" presId="urn:microsoft.com/office/officeart/2005/8/layout/orgChart1"/>
    <dgm:cxn modelId="{0F7DDEF1-CDC7-42AA-8028-A0B368B84767}" type="presOf" srcId="{6DD261C2-5994-49DD-9225-BA9A617724CB}" destId="{6C33E72B-E505-4C6D-BF71-324CA540D924}" srcOrd="1" destOrd="0" presId="urn:microsoft.com/office/officeart/2005/8/layout/orgChart1"/>
    <dgm:cxn modelId="{1E839CFC-9A8E-4544-9C44-CBF52BD8B75B}" srcId="{A86CC504-8C19-4FDF-BD7A-8AE0DA7836AB}" destId="{47D40C73-4F66-4098-97C7-70ECFD0CB19A}" srcOrd="0" destOrd="0" parTransId="{A6E8C1F8-FC4D-47B3-AA53-CD454197CFC8}" sibTransId="{42EA9115-8EC3-4C0C-BC38-5D0375CCF20F}"/>
    <dgm:cxn modelId="{9A24425A-24DF-4613-A1DB-305B976520A5}" type="presParOf" srcId="{165E4547-C576-44F9-9A99-0E8B0C01560D}" destId="{01A1E404-3FA3-46BB-829E-A313A745958E}" srcOrd="0" destOrd="0" presId="urn:microsoft.com/office/officeart/2005/8/layout/orgChart1"/>
    <dgm:cxn modelId="{48B98B44-D3A9-4008-AE2C-99A7207DA0A1}" type="presParOf" srcId="{01A1E404-3FA3-46BB-829E-A313A745958E}" destId="{636583E0-B0C8-442F-9CF5-22F03D615B4A}" srcOrd="0" destOrd="0" presId="urn:microsoft.com/office/officeart/2005/8/layout/orgChart1"/>
    <dgm:cxn modelId="{5700405D-389B-4A2F-979A-42F5B4272F92}" type="presParOf" srcId="{636583E0-B0C8-442F-9CF5-22F03D615B4A}" destId="{DD0112DB-B9D2-48E6-960C-6FC9B99DF2FB}" srcOrd="0" destOrd="0" presId="urn:microsoft.com/office/officeart/2005/8/layout/orgChart1"/>
    <dgm:cxn modelId="{C229A1EC-BE24-4323-B5EB-17FD3434E4C4}" type="presParOf" srcId="{636583E0-B0C8-442F-9CF5-22F03D615B4A}" destId="{3C412640-2C6E-440E-B451-E10D0E8E6182}" srcOrd="1" destOrd="0" presId="urn:microsoft.com/office/officeart/2005/8/layout/orgChart1"/>
    <dgm:cxn modelId="{1B65E614-E239-4604-83FB-2D4C314E43D0}" type="presParOf" srcId="{01A1E404-3FA3-46BB-829E-A313A745958E}" destId="{21FEA118-CF0D-48F8-8F57-F77171A4F6E2}" srcOrd="1" destOrd="0" presId="urn:microsoft.com/office/officeart/2005/8/layout/orgChart1"/>
    <dgm:cxn modelId="{4D75B6E0-B951-4173-B699-6AB7100BC37F}" type="presParOf" srcId="{21FEA118-CF0D-48F8-8F57-F77171A4F6E2}" destId="{256C9731-36A7-4AC6-AB0C-CD64023D08D0}" srcOrd="0" destOrd="0" presId="urn:microsoft.com/office/officeart/2005/8/layout/orgChart1"/>
    <dgm:cxn modelId="{98B04BAA-A5C7-41A0-A95C-3FBB12C18510}" type="presParOf" srcId="{21FEA118-CF0D-48F8-8F57-F77171A4F6E2}" destId="{09A8D61B-F95A-4747-BF06-3E572243EFD9}" srcOrd="1" destOrd="0" presId="urn:microsoft.com/office/officeart/2005/8/layout/orgChart1"/>
    <dgm:cxn modelId="{245DA5B8-DBA0-4414-A6F1-AB59F3241F28}" type="presParOf" srcId="{09A8D61B-F95A-4747-BF06-3E572243EFD9}" destId="{9850F9EA-C1FD-440A-94BF-A42797944A61}" srcOrd="0" destOrd="0" presId="urn:microsoft.com/office/officeart/2005/8/layout/orgChart1"/>
    <dgm:cxn modelId="{F0514AF1-724A-4DC3-B561-57F2BE313E66}" type="presParOf" srcId="{9850F9EA-C1FD-440A-94BF-A42797944A61}" destId="{25460BBF-06B3-44C9-8EAD-BA20C6483DF1}" srcOrd="0" destOrd="0" presId="urn:microsoft.com/office/officeart/2005/8/layout/orgChart1"/>
    <dgm:cxn modelId="{4F9700C5-D72B-4740-8BD5-8619FF50165F}" type="presParOf" srcId="{9850F9EA-C1FD-440A-94BF-A42797944A61}" destId="{03B329A2-6661-4E08-9150-82AAFAC3E375}" srcOrd="1" destOrd="0" presId="urn:microsoft.com/office/officeart/2005/8/layout/orgChart1"/>
    <dgm:cxn modelId="{BBF9914D-BA15-40E1-97C4-7B80BC542FAE}" type="presParOf" srcId="{09A8D61B-F95A-4747-BF06-3E572243EFD9}" destId="{56BCDD5F-5F8A-4AE7-AE47-6ABAFA049E52}" srcOrd="1" destOrd="0" presId="urn:microsoft.com/office/officeart/2005/8/layout/orgChart1"/>
    <dgm:cxn modelId="{2397E472-50B0-4463-9600-1A5C9D762567}" type="presParOf" srcId="{09A8D61B-F95A-4747-BF06-3E572243EFD9}" destId="{A4D50A00-E4EA-4E30-B214-4D2CDC7209AD}" srcOrd="2" destOrd="0" presId="urn:microsoft.com/office/officeart/2005/8/layout/orgChart1"/>
    <dgm:cxn modelId="{1D710445-0837-4CB9-A921-F3C285AB31B4}" type="presParOf" srcId="{21FEA118-CF0D-48F8-8F57-F77171A4F6E2}" destId="{0970ED3C-DAC2-4895-90DD-C852BE3E973E}" srcOrd="2" destOrd="0" presId="urn:microsoft.com/office/officeart/2005/8/layout/orgChart1"/>
    <dgm:cxn modelId="{B844DA17-541E-4795-8BF9-00D47AE86760}" type="presParOf" srcId="{21FEA118-CF0D-48F8-8F57-F77171A4F6E2}" destId="{E1A54473-770F-45FC-9EEE-B079A59EE346}" srcOrd="3" destOrd="0" presId="urn:microsoft.com/office/officeart/2005/8/layout/orgChart1"/>
    <dgm:cxn modelId="{7F5F7A85-C720-4617-AF7C-A25B2BFB90C5}" type="presParOf" srcId="{E1A54473-770F-45FC-9EEE-B079A59EE346}" destId="{AEE16B2D-A552-4B07-BB1F-48DE226DAE89}" srcOrd="0" destOrd="0" presId="urn:microsoft.com/office/officeart/2005/8/layout/orgChart1"/>
    <dgm:cxn modelId="{FF6EFAB7-E06F-41E5-94BE-9231516DA40A}" type="presParOf" srcId="{AEE16B2D-A552-4B07-BB1F-48DE226DAE89}" destId="{E6D29F04-9BE2-4AE2-AF89-B09584E215D4}" srcOrd="0" destOrd="0" presId="urn:microsoft.com/office/officeart/2005/8/layout/orgChart1"/>
    <dgm:cxn modelId="{394C8940-06A2-4FBD-AEAC-324F408AB2EB}" type="presParOf" srcId="{AEE16B2D-A552-4B07-BB1F-48DE226DAE89}" destId="{201FA8AE-B926-4F91-8AC5-24303A922DAC}" srcOrd="1" destOrd="0" presId="urn:microsoft.com/office/officeart/2005/8/layout/orgChart1"/>
    <dgm:cxn modelId="{A74B0FFA-B7BA-4DA6-9C00-4192DE1ABB27}" type="presParOf" srcId="{E1A54473-770F-45FC-9EEE-B079A59EE346}" destId="{2B919B1B-1EFD-4194-8D8E-7FD990249BFC}" srcOrd="1" destOrd="0" presId="urn:microsoft.com/office/officeart/2005/8/layout/orgChart1"/>
    <dgm:cxn modelId="{47B7A599-10A5-4D5C-8CE0-25CE29B998AB}" type="presParOf" srcId="{E1A54473-770F-45FC-9EEE-B079A59EE346}" destId="{2E1B03FE-3E52-4BD8-BF52-0BBC382AB555}" srcOrd="2" destOrd="0" presId="urn:microsoft.com/office/officeart/2005/8/layout/orgChart1"/>
    <dgm:cxn modelId="{50D211F2-6676-4582-A15B-BA7B175F13B8}" type="presParOf" srcId="{21FEA118-CF0D-48F8-8F57-F77171A4F6E2}" destId="{9FDEB494-D38A-499A-8767-532E2D8CFE9C}" srcOrd="4" destOrd="0" presId="urn:microsoft.com/office/officeart/2005/8/layout/orgChart1"/>
    <dgm:cxn modelId="{83CDFEA0-AFE1-4385-A249-29CB6399B9FC}" type="presParOf" srcId="{21FEA118-CF0D-48F8-8F57-F77171A4F6E2}" destId="{DB08F32E-4627-478E-BF4C-6A9443105493}" srcOrd="5" destOrd="0" presId="urn:microsoft.com/office/officeart/2005/8/layout/orgChart1"/>
    <dgm:cxn modelId="{01F8B8E1-A0BD-4064-981F-56F03E777419}" type="presParOf" srcId="{DB08F32E-4627-478E-BF4C-6A9443105493}" destId="{A64178A7-DC69-41F7-8279-38F2762DD00B}" srcOrd="0" destOrd="0" presId="urn:microsoft.com/office/officeart/2005/8/layout/orgChart1"/>
    <dgm:cxn modelId="{6ED9405B-DB0E-44C2-8CAF-33256E40B813}" type="presParOf" srcId="{A64178A7-DC69-41F7-8279-38F2762DD00B}" destId="{3770318E-3BFE-4DEA-B190-FD8F487F2041}" srcOrd="0" destOrd="0" presId="urn:microsoft.com/office/officeart/2005/8/layout/orgChart1"/>
    <dgm:cxn modelId="{983E35D6-C253-4E18-921B-B72AC7930530}" type="presParOf" srcId="{A64178A7-DC69-41F7-8279-38F2762DD00B}" destId="{6C33E72B-E505-4C6D-BF71-324CA540D924}" srcOrd="1" destOrd="0" presId="urn:microsoft.com/office/officeart/2005/8/layout/orgChart1"/>
    <dgm:cxn modelId="{B1C5D435-A1FD-4105-9418-D3C94A535EA5}" type="presParOf" srcId="{DB08F32E-4627-478E-BF4C-6A9443105493}" destId="{94DD8348-1E16-4DE6-9CBB-DCCEC83E54EE}" srcOrd="1" destOrd="0" presId="urn:microsoft.com/office/officeart/2005/8/layout/orgChart1"/>
    <dgm:cxn modelId="{C7636BCA-9476-4924-A6FA-5F892EC315CE}" type="presParOf" srcId="{DB08F32E-4627-478E-BF4C-6A9443105493}" destId="{AB458E22-BF0E-401A-BC91-BE15F4889E5A}" srcOrd="2" destOrd="0" presId="urn:microsoft.com/office/officeart/2005/8/layout/orgChart1"/>
    <dgm:cxn modelId="{424717BB-8DF1-4F28-AFF3-6ADF645DCCB4}" type="presParOf" srcId="{01A1E404-3FA3-46BB-829E-A313A745958E}" destId="{01826EE8-B388-4F72-9D58-52AC2BEF7C9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6CC504-8C19-4FDF-BD7A-8AE0DA7836AB}" type="doc">
      <dgm:prSet loTypeId="urn:microsoft.com/office/officeart/2005/8/layout/orgChart1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7D40C73-4F66-4098-97C7-70ECFD0CB19A}">
      <dgm:prSet phldrT="[Text]"/>
      <dgm:spPr/>
      <dgm:t>
        <a:bodyPr/>
        <a:lstStyle/>
        <a:p>
          <a:r>
            <a:rPr lang="en-US" dirty="0"/>
            <a:t>Benoit</a:t>
          </a:r>
        </a:p>
      </dgm:t>
    </dgm:pt>
    <dgm:pt modelId="{A6E8C1F8-FC4D-47B3-AA53-CD454197CFC8}" type="parTrans" cxnId="{1E839CFC-9A8E-4544-9C44-CBF52BD8B75B}">
      <dgm:prSet/>
      <dgm:spPr/>
      <dgm:t>
        <a:bodyPr/>
        <a:lstStyle/>
        <a:p>
          <a:endParaRPr lang="en-US"/>
        </a:p>
      </dgm:t>
    </dgm:pt>
    <dgm:pt modelId="{42EA9115-8EC3-4C0C-BC38-5D0375CCF20F}" type="sibTrans" cxnId="{1E839CFC-9A8E-4544-9C44-CBF52BD8B75B}">
      <dgm:prSet/>
      <dgm:spPr/>
      <dgm:t>
        <a:bodyPr/>
        <a:lstStyle/>
        <a:p>
          <a:endParaRPr lang="en-US"/>
        </a:p>
      </dgm:t>
    </dgm:pt>
    <dgm:pt modelId="{009A105D-560C-4A3D-B6FC-A402AACA121D}">
      <dgm:prSet phldrT="[Text]"/>
      <dgm:spPr/>
      <dgm:t>
        <a:bodyPr/>
        <a:lstStyle/>
        <a:p>
          <a:r>
            <a:rPr lang="en-US" dirty="0"/>
            <a:t>Baseline</a:t>
          </a:r>
        </a:p>
      </dgm:t>
    </dgm:pt>
    <dgm:pt modelId="{6925DA28-8B3C-4408-9E2C-B716CFAB1D2B}" type="parTrans" cxnId="{8EF77102-3F5A-4AC6-8FC7-3CC689BF2736}">
      <dgm:prSet/>
      <dgm:spPr/>
      <dgm:t>
        <a:bodyPr/>
        <a:lstStyle/>
        <a:p>
          <a:endParaRPr lang="en-US"/>
        </a:p>
      </dgm:t>
    </dgm:pt>
    <dgm:pt modelId="{0831B69A-4FEF-46D7-A03E-EA55015E0737}" type="sibTrans" cxnId="{8EF77102-3F5A-4AC6-8FC7-3CC689BF2736}">
      <dgm:prSet/>
      <dgm:spPr/>
      <dgm:t>
        <a:bodyPr/>
        <a:lstStyle/>
        <a:p>
          <a:endParaRPr lang="en-US"/>
        </a:p>
      </dgm:t>
    </dgm:pt>
    <dgm:pt modelId="{0C5D22B8-DF1E-49E2-A284-E6F439EDB6D9}">
      <dgm:prSet phldrT="[Text]"/>
      <dgm:spPr/>
      <dgm:t>
        <a:bodyPr/>
        <a:lstStyle/>
        <a:p>
          <a:r>
            <a:rPr lang="en-US" dirty="0"/>
            <a:t>Mod. 1</a:t>
          </a:r>
        </a:p>
      </dgm:t>
    </dgm:pt>
    <dgm:pt modelId="{A4DC4BB9-617D-4CE2-AC4B-A2733F005EE2}" type="parTrans" cxnId="{F721E930-C533-48E2-8476-FC0F4BB74C63}">
      <dgm:prSet/>
      <dgm:spPr/>
      <dgm:t>
        <a:bodyPr/>
        <a:lstStyle/>
        <a:p>
          <a:endParaRPr lang="en-US"/>
        </a:p>
      </dgm:t>
    </dgm:pt>
    <dgm:pt modelId="{1CB56AF4-5066-4D75-8252-B86D2AEEB287}" type="sibTrans" cxnId="{F721E930-C533-48E2-8476-FC0F4BB74C63}">
      <dgm:prSet/>
      <dgm:spPr/>
      <dgm:t>
        <a:bodyPr/>
        <a:lstStyle/>
        <a:p>
          <a:endParaRPr lang="en-US"/>
        </a:p>
      </dgm:t>
    </dgm:pt>
    <dgm:pt modelId="{6DD261C2-5994-49DD-9225-BA9A617724CB}">
      <dgm:prSet phldrT="[Text]"/>
      <dgm:spPr/>
      <dgm:t>
        <a:bodyPr/>
        <a:lstStyle/>
        <a:p>
          <a:r>
            <a:rPr lang="en-US" dirty="0"/>
            <a:t>Mod. 2</a:t>
          </a:r>
        </a:p>
      </dgm:t>
    </dgm:pt>
    <dgm:pt modelId="{EE7E0254-C2DB-479B-8BF5-1912A81D0902}" type="parTrans" cxnId="{8049D65B-3233-48CC-8C35-CDD492DD2133}">
      <dgm:prSet/>
      <dgm:spPr/>
      <dgm:t>
        <a:bodyPr/>
        <a:lstStyle/>
        <a:p>
          <a:endParaRPr lang="en-US"/>
        </a:p>
      </dgm:t>
    </dgm:pt>
    <dgm:pt modelId="{BB532E82-455C-4457-B476-12E60F477C82}" type="sibTrans" cxnId="{8049D65B-3233-48CC-8C35-CDD492DD2133}">
      <dgm:prSet/>
      <dgm:spPr/>
      <dgm:t>
        <a:bodyPr/>
        <a:lstStyle/>
        <a:p>
          <a:endParaRPr lang="en-US"/>
        </a:p>
      </dgm:t>
    </dgm:pt>
    <dgm:pt modelId="{165E4547-C576-44F9-9A99-0E8B0C01560D}" type="pres">
      <dgm:prSet presAssocID="{A86CC504-8C19-4FDF-BD7A-8AE0DA7836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1A1E404-3FA3-46BB-829E-A313A745958E}" type="pres">
      <dgm:prSet presAssocID="{47D40C73-4F66-4098-97C7-70ECFD0CB19A}" presName="hierRoot1" presStyleCnt="0">
        <dgm:presLayoutVars>
          <dgm:hierBranch val="init"/>
        </dgm:presLayoutVars>
      </dgm:prSet>
      <dgm:spPr/>
    </dgm:pt>
    <dgm:pt modelId="{636583E0-B0C8-442F-9CF5-22F03D615B4A}" type="pres">
      <dgm:prSet presAssocID="{47D40C73-4F66-4098-97C7-70ECFD0CB19A}" presName="rootComposite1" presStyleCnt="0"/>
      <dgm:spPr/>
    </dgm:pt>
    <dgm:pt modelId="{DD0112DB-B9D2-48E6-960C-6FC9B99DF2FB}" type="pres">
      <dgm:prSet presAssocID="{47D40C73-4F66-4098-97C7-70ECFD0CB19A}" presName="rootText1" presStyleLbl="node0" presStyleIdx="0" presStyleCnt="1">
        <dgm:presLayoutVars>
          <dgm:chPref val="3"/>
        </dgm:presLayoutVars>
      </dgm:prSet>
      <dgm:spPr/>
    </dgm:pt>
    <dgm:pt modelId="{3C412640-2C6E-440E-B451-E10D0E8E6182}" type="pres">
      <dgm:prSet presAssocID="{47D40C73-4F66-4098-97C7-70ECFD0CB19A}" presName="rootConnector1" presStyleLbl="node1" presStyleIdx="0" presStyleCnt="0"/>
      <dgm:spPr/>
    </dgm:pt>
    <dgm:pt modelId="{21FEA118-CF0D-48F8-8F57-F77171A4F6E2}" type="pres">
      <dgm:prSet presAssocID="{47D40C73-4F66-4098-97C7-70ECFD0CB19A}" presName="hierChild2" presStyleCnt="0"/>
      <dgm:spPr/>
    </dgm:pt>
    <dgm:pt modelId="{256C9731-36A7-4AC6-AB0C-CD64023D08D0}" type="pres">
      <dgm:prSet presAssocID="{6925DA28-8B3C-4408-9E2C-B716CFAB1D2B}" presName="Name37" presStyleLbl="parChTrans1D2" presStyleIdx="0" presStyleCnt="3"/>
      <dgm:spPr/>
    </dgm:pt>
    <dgm:pt modelId="{09A8D61B-F95A-4747-BF06-3E572243EFD9}" type="pres">
      <dgm:prSet presAssocID="{009A105D-560C-4A3D-B6FC-A402AACA121D}" presName="hierRoot2" presStyleCnt="0">
        <dgm:presLayoutVars>
          <dgm:hierBranch val="init"/>
        </dgm:presLayoutVars>
      </dgm:prSet>
      <dgm:spPr/>
    </dgm:pt>
    <dgm:pt modelId="{9850F9EA-C1FD-440A-94BF-A42797944A61}" type="pres">
      <dgm:prSet presAssocID="{009A105D-560C-4A3D-B6FC-A402AACA121D}" presName="rootComposite" presStyleCnt="0"/>
      <dgm:spPr/>
    </dgm:pt>
    <dgm:pt modelId="{25460BBF-06B3-44C9-8EAD-BA20C6483DF1}" type="pres">
      <dgm:prSet presAssocID="{009A105D-560C-4A3D-B6FC-A402AACA121D}" presName="rootText" presStyleLbl="node2" presStyleIdx="0" presStyleCnt="3">
        <dgm:presLayoutVars>
          <dgm:chPref val="3"/>
        </dgm:presLayoutVars>
      </dgm:prSet>
      <dgm:spPr/>
    </dgm:pt>
    <dgm:pt modelId="{03B329A2-6661-4E08-9150-82AAFAC3E375}" type="pres">
      <dgm:prSet presAssocID="{009A105D-560C-4A3D-B6FC-A402AACA121D}" presName="rootConnector" presStyleLbl="node2" presStyleIdx="0" presStyleCnt="3"/>
      <dgm:spPr/>
    </dgm:pt>
    <dgm:pt modelId="{56BCDD5F-5F8A-4AE7-AE47-6ABAFA049E52}" type="pres">
      <dgm:prSet presAssocID="{009A105D-560C-4A3D-B6FC-A402AACA121D}" presName="hierChild4" presStyleCnt="0"/>
      <dgm:spPr/>
    </dgm:pt>
    <dgm:pt modelId="{A4D50A00-E4EA-4E30-B214-4D2CDC7209AD}" type="pres">
      <dgm:prSet presAssocID="{009A105D-560C-4A3D-B6FC-A402AACA121D}" presName="hierChild5" presStyleCnt="0"/>
      <dgm:spPr/>
    </dgm:pt>
    <dgm:pt modelId="{0970ED3C-DAC2-4895-90DD-C852BE3E973E}" type="pres">
      <dgm:prSet presAssocID="{A4DC4BB9-617D-4CE2-AC4B-A2733F005EE2}" presName="Name37" presStyleLbl="parChTrans1D2" presStyleIdx="1" presStyleCnt="3"/>
      <dgm:spPr/>
    </dgm:pt>
    <dgm:pt modelId="{E1A54473-770F-45FC-9EEE-B079A59EE346}" type="pres">
      <dgm:prSet presAssocID="{0C5D22B8-DF1E-49E2-A284-E6F439EDB6D9}" presName="hierRoot2" presStyleCnt="0">
        <dgm:presLayoutVars>
          <dgm:hierBranch val="init"/>
        </dgm:presLayoutVars>
      </dgm:prSet>
      <dgm:spPr/>
    </dgm:pt>
    <dgm:pt modelId="{AEE16B2D-A552-4B07-BB1F-48DE226DAE89}" type="pres">
      <dgm:prSet presAssocID="{0C5D22B8-DF1E-49E2-A284-E6F439EDB6D9}" presName="rootComposite" presStyleCnt="0"/>
      <dgm:spPr/>
    </dgm:pt>
    <dgm:pt modelId="{E6D29F04-9BE2-4AE2-AF89-B09584E215D4}" type="pres">
      <dgm:prSet presAssocID="{0C5D22B8-DF1E-49E2-A284-E6F439EDB6D9}" presName="rootText" presStyleLbl="node2" presStyleIdx="1" presStyleCnt="3">
        <dgm:presLayoutVars>
          <dgm:chPref val="3"/>
        </dgm:presLayoutVars>
      </dgm:prSet>
      <dgm:spPr/>
    </dgm:pt>
    <dgm:pt modelId="{201FA8AE-B926-4F91-8AC5-24303A922DAC}" type="pres">
      <dgm:prSet presAssocID="{0C5D22B8-DF1E-49E2-A284-E6F439EDB6D9}" presName="rootConnector" presStyleLbl="node2" presStyleIdx="1" presStyleCnt="3"/>
      <dgm:spPr/>
    </dgm:pt>
    <dgm:pt modelId="{2B919B1B-1EFD-4194-8D8E-7FD990249BFC}" type="pres">
      <dgm:prSet presAssocID="{0C5D22B8-DF1E-49E2-A284-E6F439EDB6D9}" presName="hierChild4" presStyleCnt="0"/>
      <dgm:spPr/>
    </dgm:pt>
    <dgm:pt modelId="{2E1B03FE-3E52-4BD8-BF52-0BBC382AB555}" type="pres">
      <dgm:prSet presAssocID="{0C5D22B8-DF1E-49E2-A284-E6F439EDB6D9}" presName="hierChild5" presStyleCnt="0"/>
      <dgm:spPr/>
    </dgm:pt>
    <dgm:pt modelId="{9FDEB494-D38A-499A-8767-532E2D8CFE9C}" type="pres">
      <dgm:prSet presAssocID="{EE7E0254-C2DB-479B-8BF5-1912A81D0902}" presName="Name37" presStyleLbl="parChTrans1D2" presStyleIdx="2" presStyleCnt="3"/>
      <dgm:spPr/>
    </dgm:pt>
    <dgm:pt modelId="{DB08F32E-4627-478E-BF4C-6A9443105493}" type="pres">
      <dgm:prSet presAssocID="{6DD261C2-5994-49DD-9225-BA9A617724CB}" presName="hierRoot2" presStyleCnt="0">
        <dgm:presLayoutVars>
          <dgm:hierBranch val="init"/>
        </dgm:presLayoutVars>
      </dgm:prSet>
      <dgm:spPr/>
    </dgm:pt>
    <dgm:pt modelId="{A64178A7-DC69-41F7-8279-38F2762DD00B}" type="pres">
      <dgm:prSet presAssocID="{6DD261C2-5994-49DD-9225-BA9A617724CB}" presName="rootComposite" presStyleCnt="0"/>
      <dgm:spPr/>
    </dgm:pt>
    <dgm:pt modelId="{3770318E-3BFE-4DEA-B190-FD8F487F2041}" type="pres">
      <dgm:prSet presAssocID="{6DD261C2-5994-49DD-9225-BA9A617724CB}" presName="rootText" presStyleLbl="node2" presStyleIdx="2" presStyleCnt="3">
        <dgm:presLayoutVars>
          <dgm:chPref val="3"/>
        </dgm:presLayoutVars>
      </dgm:prSet>
      <dgm:spPr/>
    </dgm:pt>
    <dgm:pt modelId="{6C33E72B-E505-4C6D-BF71-324CA540D924}" type="pres">
      <dgm:prSet presAssocID="{6DD261C2-5994-49DD-9225-BA9A617724CB}" presName="rootConnector" presStyleLbl="node2" presStyleIdx="2" presStyleCnt="3"/>
      <dgm:spPr/>
    </dgm:pt>
    <dgm:pt modelId="{94DD8348-1E16-4DE6-9CBB-DCCEC83E54EE}" type="pres">
      <dgm:prSet presAssocID="{6DD261C2-5994-49DD-9225-BA9A617724CB}" presName="hierChild4" presStyleCnt="0"/>
      <dgm:spPr/>
    </dgm:pt>
    <dgm:pt modelId="{AB458E22-BF0E-401A-BC91-BE15F4889E5A}" type="pres">
      <dgm:prSet presAssocID="{6DD261C2-5994-49DD-9225-BA9A617724CB}" presName="hierChild5" presStyleCnt="0"/>
      <dgm:spPr/>
    </dgm:pt>
    <dgm:pt modelId="{01826EE8-B388-4F72-9D58-52AC2BEF7C92}" type="pres">
      <dgm:prSet presAssocID="{47D40C73-4F66-4098-97C7-70ECFD0CB19A}" presName="hierChild3" presStyleCnt="0"/>
      <dgm:spPr/>
    </dgm:pt>
  </dgm:ptLst>
  <dgm:cxnLst>
    <dgm:cxn modelId="{8EF77102-3F5A-4AC6-8FC7-3CC689BF2736}" srcId="{47D40C73-4F66-4098-97C7-70ECFD0CB19A}" destId="{009A105D-560C-4A3D-B6FC-A402AACA121D}" srcOrd="0" destOrd="0" parTransId="{6925DA28-8B3C-4408-9E2C-B716CFAB1D2B}" sibTransId="{0831B69A-4FEF-46D7-A03E-EA55015E0737}"/>
    <dgm:cxn modelId="{DC50BC26-6698-4CAA-BC78-DAE2F25291A3}" type="presOf" srcId="{47D40C73-4F66-4098-97C7-70ECFD0CB19A}" destId="{DD0112DB-B9D2-48E6-960C-6FC9B99DF2FB}" srcOrd="0" destOrd="0" presId="urn:microsoft.com/office/officeart/2005/8/layout/orgChart1"/>
    <dgm:cxn modelId="{F721E930-C533-48E2-8476-FC0F4BB74C63}" srcId="{47D40C73-4F66-4098-97C7-70ECFD0CB19A}" destId="{0C5D22B8-DF1E-49E2-A284-E6F439EDB6D9}" srcOrd="1" destOrd="0" parTransId="{A4DC4BB9-617D-4CE2-AC4B-A2733F005EE2}" sibTransId="{1CB56AF4-5066-4D75-8252-B86D2AEEB287}"/>
    <dgm:cxn modelId="{8BFA1E32-E5B7-450F-B858-59394F6A7D9D}" type="presOf" srcId="{6925DA28-8B3C-4408-9E2C-B716CFAB1D2B}" destId="{256C9731-36A7-4AC6-AB0C-CD64023D08D0}" srcOrd="0" destOrd="0" presId="urn:microsoft.com/office/officeart/2005/8/layout/orgChart1"/>
    <dgm:cxn modelId="{8049D65B-3233-48CC-8C35-CDD492DD2133}" srcId="{47D40C73-4F66-4098-97C7-70ECFD0CB19A}" destId="{6DD261C2-5994-49DD-9225-BA9A617724CB}" srcOrd="2" destOrd="0" parTransId="{EE7E0254-C2DB-479B-8BF5-1912A81D0902}" sibTransId="{BB532E82-455C-4457-B476-12E60F477C82}"/>
    <dgm:cxn modelId="{052D3071-CCC2-4E39-8893-71FDAD21EB1B}" type="presOf" srcId="{6DD261C2-5994-49DD-9225-BA9A617724CB}" destId="{3770318E-3BFE-4DEA-B190-FD8F487F2041}" srcOrd="0" destOrd="0" presId="urn:microsoft.com/office/officeart/2005/8/layout/orgChart1"/>
    <dgm:cxn modelId="{8CF5D65A-BE75-4941-8EEB-88F42EB30E24}" type="presOf" srcId="{A86CC504-8C19-4FDF-BD7A-8AE0DA7836AB}" destId="{165E4547-C576-44F9-9A99-0E8B0C01560D}" srcOrd="0" destOrd="0" presId="urn:microsoft.com/office/officeart/2005/8/layout/orgChart1"/>
    <dgm:cxn modelId="{A7C03985-0B27-4162-AF3D-599CD4CFB105}" type="presOf" srcId="{47D40C73-4F66-4098-97C7-70ECFD0CB19A}" destId="{3C412640-2C6E-440E-B451-E10D0E8E6182}" srcOrd="1" destOrd="0" presId="urn:microsoft.com/office/officeart/2005/8/layout/orgChart1"/>
    <dgm:cxn modelId="{66A6C28D-FEB0-4FA0-BFE3-0E4AA1E266FA}" type="presOf" srcId="{0C5D22B8-DF1E-49E2-A284-E6F439EDB6D9}" destId="{201FA8AE-B926-4F91-8AC5-24303A922DAC}" srcOrd="1" destOrd="0" presId="urn:microsoft.com/office/officeart/2005/8/layout/orgChart1"/>
    <dgm:cxn modelId="{E0C2D28E-2607-44A6-92A1-91F89B237368}" type="presOf" srcId="{0C5D22B8-DF1E-49E2-A284-E6F439EDB6D9}" destId="{E6D29F04-9BE2-4AE2-AF89-B09584E215D4}" srcOrd="0" destOrd="0" presId="urn:microsoft.com/office/officeart/2005/8/layout/orgChart1"/>
    <dgm:cxn modelId="{31FF769F-F19C-4F12-B430-4761D3B71D29}" type="presOf" srcId="{EE7E0254-C2DB-479B-8BF5-1912A81D0902}" destId="{9FDEB494-D38A-499A-8767-532E2D8CFE9C}" srcOrd="0" destOrd="0" presId="urn:microsoft.com/office/officeart/2005/8/layout/orgChart1"/>
    <dgm:cxn modelId="{10882AAE-57AC-41E0-B9D9-BBCB280926B9}" type="presOf" srcId="{A4DC4BB9-617D-4CE2-AC4B-A2733F005EE2}" destId="{0970ED3C-DAC2-4895-90DD-C852BE3E973E}" srcOrd="0" destOrd="0" presId="urn:microsoft.com/office/officeart/2005/8/layout/orgChart1"/>
    <dgm:cxn modelId="{77F797E7-1F9B-40D5-AF94-4BB58FBB7550}" type="presOf" srcId="{009A105D-560C-4A3D-B6FC-A402AACA121D}" destId="{25460BBF-06B3-44C9-8EAD-BA20C6483DF1}" srcOrd="0" destOrd="0" presId="urn:microsoft.com/office/officeart/2005/8/layout/orgChart1"/>
    <dgm:cxn modelId="{DD2FD7EA-A00E-4D0E-AC69-BAB4EB5C6D2F}" type="presOf" srcId="{009A105D-560C-4A3D-B6FC-A402AACA121D}" destId="{03B329A2-6661-4E08-9150-82AAFAC3E375}" srcOrd="1" destOrd="0" presId="urn:microsoft.com/office/officeart/2005/8/layout/orgChart1"/>
    <dgm:cxn modelId="{0F7DDEF1-CDC7-42AA-8028-A0B368B84767}" type="presOf" srcId="{6DD261C2-5994-49DD-9225-BA9A617724CB}" destId="{6C33E72B-E505-4C6D-BF71-324CA540D924}" srcOrd="1" destOrd="0" presId="urn:microsoft.com/office/officeart/2005/8/layout/orgChart1"/>
    <dgm:cxn modelId="{1E839CFC-9A8E-4544-9C44-CBF52BD8B75B}" srcId="{A86CC504-8C19-4FDF-BD7A-8AE0DA7836AB}" destId="{47D40C73-4F66-4098-97C7-70ECFD0CB19A}" srcOrd="0" destOrd="0" parTransId="{A6E8C1F8-FC4D-47B3-AA53-CD454197CFC8}" sibTransId="{42EA9115-8EC3-4C0C-BC38-5D0375CCF20F}"/>
    <dgm:cxn modelId="{9A24425A-24DF-4613-A1DB-305B976520A5}" type="presParOf" srcId="{165E4547-C576-44F9-9A99-0E8B0C01560D}" destId="{01A1E404-3FA3-46BB-829E-A313A745958E}" srcOrd="0" destOrd="0" presId="urn:microsoft.com/office/officeart/2005/8/layout/orgChart1"/>
    <dgm:cxn modelId="{48B98B44-D3A9-4008-AE2C-99A7207DA0A1}" type="presParOf" srcId="{01A1E404-3FA3-46BB-829E-A313A745958E}" destId="{636583E0-B0C8-442F-9CF5-22F03D615B4A}" srcOrd="0" destOrd="0" presId="urn:microsoft.com/office/officeart/2005/8/layout/orgChart1"/>
    <dgm:cxn modelId="{5700405D-389B-4A2F-979A-42F5B4272F92}" type="presParOf" srcId="{636583E0-B0C8-442F-9CF5-22F03D615B4A}" destId="{DD0112DB-B9D2-48E6-960C-6FC9B99DF2FB}" srcOrd="0" destOrd="0" presId="urn:microsoft.com/office/officeart/2005/8/layout/orgChart1"/>
    <dgm:cxn modelId="{C229A1EC-BE24-4323-B5EB-17FD3434E4C4}" type="presParOf" srcId="{636583E0-B0C8-442F-9CF5-22F03D615B4A}" destId="{3C412640-2C6E-440E-B451-E10D0E8E6182}" srcOrd="1" destOrd="0" presId="urn:microsoft.com/office/officeart/2005/8/layout/orgChart1"/>
    <dgm:cxn modelId="{1B65E614-E239-4604-83FB-2D4C314E43D0}" type="presParOf" srcId="{01A1E404-3FA3-46BB-829E-A313A745958E}" destId="{21FEA118-CF0D-48F8-8F57-F77171A4F6E2}" srcOrd="1" destOrd="0" presId="urn:microsoft.com/office/officeart/2005/8/layout/orgChart1"/>
    <dgm:cxn modelId="{4D75B6E0-B951-4173-B699-6AB7100BC37F}" type="presParOf" srcId="{21FEA118-CF0D-48F8-8F57-F77171A4F6E2}" destId="{256C9731-36A7-4AC6-AB0C-CD64023D08D0}" srcOrd="0" destOrd="0" presId="urn:microsoft.com/office/officeart/2005/8/layout/orgChart1"/>
    <dgm:cxn modelId="{98B04BAA-A5C7-41A0-A95C-3FBB12C18510}" type="presParOf" srcId="{21FEA118-CF0D-48F8-8F57-F77171A4F6E2}" destId="{09A8D61B-F95A-4747-BF06-3E572243EFD9}" srcOrd="1" destOrd="0" presId="urn:microsoft.com/office/officeart/2005/8/layout/orgChart1"/>
    <dgm:cxn modelId="{245DA5B8-DBA0-4414-A6F1-AB59F3241F28}" type="presParOf" srcId="{09A8D61B-F95A-4747-BF06-3E572243EFD9}" destId="{9850F9EA-C1FD-440A-94BF-A42797944A61}" srcOrd="0" destOrd="0" presId="urn:microsoft.com/office/officeart/2005/8/layout/orgChart1"/>
    <dgm:cxn modelId="{F0514AF1-724A-4DC3-B561-57F2BE313E66}" type="presParOf" srcId="{9850F9EA-C1FD-440A-94BF-A42797944A61}" destId="{25460BBF-06B3-44C9-8EAD-BA20C6483DF1}" srcOrd="0" destOrd="0" presId="urn:microsoft.com/office/officeart/2005/8/layout/orgChart1"/>
    <dgm:cxn modelId="{4F9700C5-D72B-4740-8BD5-8619FF50165F}" type="presParOf" srcId="{9850F9EA-C1FD-440A-94BF-A42797944A61}" destId="{03B329A2-6661-4E08-9150-82AAFAC3E375}" srcOrd="1" destOrd="0" presId="urn:microsoft.com/office/officeart/2005/8/layout/orgChart1"/>
    <dgm:cxn modelId="{BBF9914D-BA15-40E1-97C4-7B80BC542FAE}" type="presParOf" srcId="{09A8D61B-F95A-4747-BF06-3E572243EFD9}" destId="{56BCDD5F-5F8A-4AE7-AE47-6ABAFA049E52}" srcOrd="1" destOrd="0" presId="urn:microsoft.com/office/officeart/2005/8/layout/orgChart1"/>
    <dgm:cxn modelId="{2397E472-50B0-4463-9600-1A5C9D762567}" type="presParOf" srcId="{09A8D61B-F95A-4747-BF06-3E572243EFD9}" destId="{A4D50A00-E4EA-4E30-B214-4D2CDC7209AD}" srcOrd="2" destOrd="0" presId="urn:microsoft.com/office/officeart/2005/8/layout/orgChart1"/>
    <dgm:cxn modelId="{1D710445-0837-4CB9-A921-F3C285AB31B4}" type="presParOf" srcId="{21FEA118-CF0D-48F8-8F57-F77171A4F6E2}" destId="{0970ED3C-DAC2-4895-90DD-C852BE3E973E}" srcOrd="2" destOrd="0" presId="urn:microsoft.com/office/officeart/2005/8/layout/orgChart1"/>
    <dgm:cxn modelId="{B844DA17-541E-4795-8BF9-00D47AE86760}" type="presParOf" srcId="{21FEA118-CF0D-48F8-8F57-F77171A4F6E2}" destId="{E1A54473-770F-45FC-9EEE-B079A59EE346}" srcOrd="3" destOrd="0" presId="urn:microsoft.com/office/officeart/2005/8/layout/orgChart1"/>
    <dgm:cxn modelId="{7F5F7A85-C720-4617-AF7C-A25B2BFB90C5}" type="presParOf" srcId="{E1A54473-770F-45FC-9EEE-B079A59EE346}" destId="{AEE16B2D-A552-4B07-BB1F-48DE226DAE89}" srcOrd="0" destOrd="0" presId="urn:microsoft.com/office/officeart/2005/8/layout/orgChart1"/>
    <dgm:cxn modelId="{FF6EFAB7-E06F-41E5-94BE-9231516DA40A}" type="presParOf" srcId="{AEE16B2D-A552-4B07-BB1F-48DE226DAE89}" destId="{E6D29F04-9BE2-4AE2-AF89-B09584E215D4}" srcOrd="0" destOrd="0" presId="urn:microsoft.com/office/officeart/2005/8/layout/orgChart1"/>
    <dgm:cxn modelId="{394C8940-06A2-4FBD-AEAC-324F408AB2EB}" type="presParOf" srcId="{AEE16B2D-A552-4B07-BB1F-48DE226DAE89}" destId="{201FA8AE-B926-4F91-8AC5-24303A922DAC}" srcOrd="1" destOrd="0" presId="urn:microsoft.com/office/officeart/2005/8/layout/orgChart1"/>
    <dgm:cxn modelId="{A74B0FFA-B7BA-4DA6-9C00-4192DE1ABB27}" type="presParOf" srcId="{E1A54473-770F-45FC-9EEE-B079A59EE346}" destId="{2B919B1B-1EFD-4194-8D8E-7FD990249BFC}" srcOrd="1" destOrd="0" presId="urn:microsoft.com/office/officeart/2005/8/layout/orgChart1"/>
    <dgm:cxn modelId="{47B7A599-10A5-4D5C-8CE0-25CE29B998AB}" type="presParOf" srcId="{E1A54473-770F-45FC-9EEE-B079A59EE346}" destId="{2E1B03FE-3E52-4BD8-BF52-0BBC382AB555}" srcOrd="2" destOrd="0" presId="urn:microsoft.com/office/officeart/2005/8/layout/orgChart1"/>
    <dgm:cxn modelId="{50D211F2-6676-4582-A15B-BA7B175F13B8}" type="presParOf" srcId="{21FEA118-CF0D-48F8-8F57-F77171A4F6E2}" destId="{9FDEB494-D38A-499A-8767-532E2D8CFE9C}" srcOrd="4" destOrd="0" presId="urn:microsoft.com/office/officeart/2005/8/layout/orgChart1"/>
    <dgm:cxn modelId="{83CDFEA0-AFE1-4385-A249-29CB6399B9FC}" type="presParOf" srcId="{21FEA118-CF0D-48F8-8F57-F77171A4F6E2}" destId="{DB08F32E-4627-478E-BF4C-6A9443105493}" srcOrd="5" destOrd="0" presId="urn:microsoft.com/office/officeart/2005/8/layout/orgChart1"/>
    <dgm:cxn modelId="{01F8B8E1-A0BD-4064-981F-56F03E777419}" type="presParOf" srcId="{DB08F32E-4627-478E-BF4C-6A9443105493}" destId="{A64178A7-DC69-41F7-8279-38F2762DD00B}" srcOrd="0" destOrd="0" presId="urn:microsoft.com/office/officeart/2005/8/layout/orgChart1"/>
    <dgm:cxn modelId="{6ED9405B-DB0E-44C2-8CAF-33256E40B813}" type="presParOf" srcId="{A64178A7-DC69-41F7-8279-38F2762DD00B}" destId="{3770318E-3BFE-4DEA-B190-FD8F487F2041}" srcOrd="0" destOrd="0" presId="urn:microsoft.com/office/officeart/2005/8/layout/orgChart1"/>
    <dgm:cxn modelId="{983E35D6-C253-4E18-921B-B72AC7930530}" type="presParOf" srcId="{A64178A7-DC69-41F7-8279-38F2762DD00B}" destId="{6C33E72B-E505-4C6D-BF71-324CA540D924}" srcOrd="1" destOrd="0" presId="urn:microsoft.com/office/officeart/2005/8/layout/orgChart1"/>
    <dgm:cxn modelId="{B1C5D435-A1FD-4105-9418-D3C94A535EA5}" type="presParOf" srcId="{DB08F32E-4627-478E-BF4C-6A9443105493}" destId="{94DD8348-1E16-4DE6-9CBB-DCCEC83E54EE}" srcOrd="1" destOrd="0" presId="urn:microsoft.com/office/officeart/2005/8/layout/orgChart1"/>
    <dgm:cxn modelId="{C7636BCA-9476-4924-A6FA-5F892EC315CE}" type="presParOf" srcId="{DB08F32E-4627-478E-BF4C-6A9443105493}" destId="{AB458E22-BF0E-401A-BC91-BE15F4889E5A}" srcOrd="2" destOrd="0" presId="urn:microsoft.com/office/officeart/2005/8/layout/orgChart1"/>
    <dgm:cxn modelId="{424717BB-8DF1-4F28-AFF3-6ADF645DCCB4}" type="presParOf" srcId="{01A1E404-3FA3-46BB-829E-A313A745958E}" destId="{01826EE8-B388-4F72-9D58-52AC2BEF7C9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EB494-D38A-499A-8767-532E2D8CFE9C}">
      <dsp:nvSpPr>
        <dsp:cNvPr id="0" name=""/>
        <dsp:cNvSpPr/>
      </dsp:nvSpPr>
      <dsp:spPr>
        <a:xfrm>
          <a:off x="2581215" y="1741813"/>
          <a:ext cx="1826228" cy="3169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474"/>
              </a:lnTo>
              <a:lnTo>
                <a:pt x="1826228" y="158474"/>
              </a:lnTo>
              <a:lnTo>
                <a:pt x="1826228" y="31694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70ED3C-DAC2-4895-90DD-C852BE3E973E}">
      <dsp:nvSpPr>
        <dsp:cNvPr id="0" name=""/>
        <dsp:cNvSpPr/>
      </dsp:nvSpPr>
      <dsp:spPr>
        <a:xfrm>
          <a:off x="2535495" y="1741813"/>
          <a:ext cx="91440" cy="3169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94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C9731-36A7-4AC6-AB0C-CD64023D08D0}">
      <dsp:nvSpPr>
        <dsp:cNvPr id="0" name=""/>
        <dsp:cNvSpPr/>
      </dsp:nvSpPr>
      <dsp:spPr>
        <a:xfrm>
          <a:off x="754986" y="1741813"/>
          <a:ext cx="1826228" cy="316948"/>
        </a:xfrm>
        <a:custGeom>
          <a:avLst/>
          <a:gdLst/>
          <a:ahLst/>
          <a:cxnLst/>
          <a:rect l="0" t="0" r="0" b="0"/>
          <a:pathLst>
            <a:path>
              <a:moveTo>
                <a:pt x="1826228" y="0"/>
              </a:moveTo>
              <a:lnTo>
                <a:pt x="1826228" y="158474"/>
              </a:lnTo>
              <a:lnTo>
                <a:pt x="0" y="158474"/>
              </a:lnTo>
              <a:lnTo>
                <a:pt x="0" y="31694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0112DB-B9D2-48E6-960C-6FC9B99DF2FB}">
      <dsp:nvSpPr>
        <dsp:cNvPr id="0" name=""/>
        <dsp:cNvSpPr/>
      </dsp:nvSpPr>
      <dsp:spPr>
        <a:xfrm>
          <a:off x="1826575" y="987173"/>
          <a:ext cx="1509279" cy="754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Alan</a:t>
          </a:r>
        </a:p>
      </dsp:txBody>
      <dsp:txXfrm>
        <a:off x="1826575" y="987173"/>
        <a:ext cx="1509279" cy="754639"/>
      </dsp:txXfrm>
    </dsp:sp>
    <dsp:sp modelId="{25460BBF-06B3-44C9-8EAD-BA20C6483DF1}">
      <dsp:nvSpPr>
        <dsp:cNvPr id="0" name=""/>
        <dsp:cNvSpPr/>
      </dsp:nvSpPr>
      <dsp:spPr>
        <a:xfrm>
          <a:off x="346" y="2058762"/>
          <a:ext cx="1509279" cy="7546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Baseline</a:t>
          </a:r>
        </a:p>
      </dsp:txBody>
      <dsp:txXfrm>
        <a:off x="346" y="2058762"/>
        <a:ext cx="1509279" cy="754639"/>
      </dsp:txXfrm>
    </dsp:sp>
    <dsp:sp modelId="{E6D29F04-9BE2-4AE2-AF89-B09584E215D4}">
      <dsp:nvSpPr>
        <dsp:cNvPr id="0" name=""/>
        <dsp:cNvSpPr/>
      </dsp:nvSpPr>
      <dsp:spPr>
        <a:xfrm>
          <a:off x="1826575" y="2058762"/>
          <a:ext cx="1509279" cy="7546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Mod. 1</a:t>
          </a:r>
        </a:p>
      </dsp:txBody>
      <dsp:txXfrm>
        <a:off x="1826575" y="2058762"/>
        <a:ext cx="1509279" cy="754639"/>
      </dsp:txXfrm>
    </dsp:sp>
    <dsp:sp modelId="{3770318E-3BFE-4DEA-B190-FD8F487F2041}">
      <dsp:nvSpPr>
        <dsp:cNvPr id="0" name=""/>
        <dsp:cNvSpPr/>
      </dsp:nvSpPr>
      <dsp:spPr>
        <a:xfrm>
          <a:off x="3652803" y="2058762"/>
          <a:ext cx="1509279" cy="7546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Mod.2</a:t>
          </a:r>
        </a:p>
      </dsp:txBody>
      <dsp:txXfrm>
        <a:off x="3652803" y="2058762"/>
        <a:ext cx="1509279" cy="7546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EB494-D38A-499A-8767-532E2D8CFE9C}">
      <dsp:nvSpPr>
        <dsp:cNvPr id="0" name=""/>
        <dsp:cNvSpPr/>
      </dsp:nvSpPr>
      <dsp:spPr>
        <a:xfrm>
          <a:off x="2581215" y="1741813"/>
          <a:ext cx="1826228" cy="3169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474"/>
              </a:lnTo>
              <a:lnTo>
                <a:pt x="1826228" y="158474"/>
              </a:lnTo>
              <a:lnTo>
                <a:pt x="1826228" y="31694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70ED3C-DAC2-4895-90DD-C852BE3E973E}">
      <dsp:nvSpPr>
        <dsp:cNvPr id="0" name=""/>
        <dsp:cNvSpPr/>
      </dsp:nvSpPr>
      <dsp:spPr>
        <a:xfrm>
          <a:off x="2535495" y="1741813"/>
          <a:ext cx="91440" cy="3169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94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C9731-36A7-4AC6-AB0C-CD64023D08D0}">
      <dsp:nvSpPr>
        <dsp:cNvPr id="0" name=""/>
        <dsp:cNvSpPr/>
      </dsp:nvSpPr>
      <dsp:spPr>
        <a:xfrm>
          <a:off x="754986" y="1741813"/>
          <a:ext cx="1826228" cy="316948"/>
        </a:xfrm>
        <a:custGeom>
          <a:avLst/>
          <a:gdLst/>
          <a:ahLst/>
          <a:cxnLst/>
          <a:rect l="0" t="0" r="0" b="0"/>
          <a:pathLst>
            <a:path>
              <a:moveTo>
                <a:pt x="1826228" y="0"/>
              </a:moveTo>
              <a:lnTo>
                <a:pt x="1826228" y="158474"/>
              </a:lnTo>
              <a:lnTo>
                <a:pt x="0" y="158474"/>
              </a:lnTo>
              <a:lnTo>
                <a:pt x="0" y="31694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0112DB-B9D2-48E6-960C-6FC9B99DF2FB}">
      <dsp:nvSpPr>
        <dsp:cNvPr id="0" name=""/>
        <dsp:cNvSpPr/>
      </dsp:nvSpPr>
      <dsp:spPr>
        <a:xfrm>
          <a:off x="1826575" y="987173"/>
          <a:ext cx="1509279" cy="7546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Benoit</a:t>
          </a:r>
        </a:p>
      </dsp:txBody>
      <dsp:txXfrm>
        <a:off x="1826575" y="987173"/>
        <a:ext cx="1509279" cy="754639"/>
      </dsp:txXfrm>
    </dsp:sp>
    <dsp:sp modelId="{25460BBF-06B3-44C9-8EAD-BA20C6483DF1}">
      <dsp:nvSpPr>
        <dsp:cNvPr id="0" name=""/>
        <dsp:cNvSpPr/>
      </dsp:nvSpPr>
      <dsp:spPr>
        <a:xfrm>
          <a:off x="346" y="2058762"/>
          <a:ext cx="1509279" cy="75463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Baseline</a:t>
          </a:r>
        </a:p>
      </dsp:txBody>
      <dsp:txXfrm>
        <a:off x="346" y="2058762"/>
        <a:ext cx="1509279" cy="754639"/>
      </dsp:txXfrm>
    </dsp:sp>
    <dsp:sp modelId="{E6D29F04-9BE2-4AE2-AF89-B09584E215D4}">
      <dsp:nvSpPr>
        <dsp:cNvPr id="0" name=""/>
        <dsp:cNvSpPr/>
      </dsp:nvSpPr>
      <dsp:spPr>
        <a:xfrm>
          <a:off x="1826575" y="2058762"/>
          <a:ext cx="1509279" cy="75463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Mod. 1</a:t>
          </a:r>
        </a:p>
      </dsp:txBody>
      <dsp:txXfrm>
        <a:off x="1826575" y="2058762"/>
        <a:ext cx="1509279" cy="754639"/>
      </dsp:txXfrm>
    </dsp:sp>
    <dsp:sp modelId="{3770318E-3BFE-4DEA-B190-FD8F487F2041}">
      <dsp:nvSpPr>
        <dsp:cNvPr id="0" name=""/>
        <dsp:cNvSpPr/>
      </dsp:nvSpPr>
      <dsp:spPr>
        <a:xfrm>
          <a:off x="3652803" y="2058762"/>
          <a:ext cx="1509279" cy="75463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Mod. 2</a:t>
          </a:r>
        </a:p>
      </dsp:txBody>
      <dsp:txXfrm>
        <a:off x="3652803" y="2058762"/>
        <a:ext cx="1509279" cy="7546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05:45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1580 24575,'1'-7'0,"0"0"0,0-1 0,1 1 0,0 0 0,0 1 0,1-1 0,0 0 0,0 1 0,6-9 0,-1 2 0,1-1 0,1 2 0,13-15 0,122-117 0,-39 35 0,4 4 0,5 5 0,4 5 0,156-94 0,-92 66 0,111-67 0,-232 154 0,2 4 0,129-47 0,2 26 0,300-42 0,-237 51 0,-139 25 0,0 6 0,0 5 0,1 6 0,202 20 0,-164 4 0,-2 7 0,0 6 0,156 58 0,-199-51 0,-1 5 0,-2 4 0,-3 6 0,-2 4 0,-3 4 0,-3 5 0,129 118 0,155 216 0,-347-359 0,-3 2 0,56 100 0,34 114 0,-108-228 0,-5-5 0,-9-26 0,-1-1 0,1 0 0,-1 0 0,1 1 0,-1-1 0,0 0 0,1 1 0,-1-1 0,0 0 0,0 1 0,0-1 0,0 0 0,0 1 0,0-1 0,-1 0 0,1 1 0,0-1 0,-1 0 0,0 2 0,25-51 0,-11 9 0,-1-1 0,-1-1 0,5-48 0,10-43 0,-21 81 0,-7 39 0,-6 35 0,-12 133 0,18-124 0,0 1 0,-3-2 0,0 1 0,-2 0 0,-2-1 0,-15 38 0,17-57 0,-1 0 0,0 0 0,-1-1 0,-12 14 0,12-16 0,0 2 0,1-1 0,0 1 0,-10 19 0,13-30 0,1 1 0,-1-1 0,1 1 0,-1-1 0,1 0 0,-1-1 0,-8-1 0,8 2 0,-104-19 0,0-5 0,-188-66 0,101 27 0,164 57-1365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05:48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3187 24575,'22'-27'0,"-9"12"0,92-181 0,-41 70 0,-19 41 0,-12 21 0,2 1 0,3 1 0,3 3 0,63-72 0,508-444 0,-470 457 0,10-10 0,210-136 0,331-150 0,-146 147 0,22 47 0,-392 154 0,-22 10 0,3 7 0,2 6 0,272-35 0,717-2 0,-856 80 0,562 74 0,-688-42 0,263 86 0,148 94 0,-359-128 0,-79-26 0,135 77 0,122 93 0,-148-82 0,-58-32 0,-5 9 0,-6 7 0,173 163 0,151 228 0,-447-451 0,-4 3 0,-2 2 0,56 113 0,86 258 0,-153-347 0,28 81 0,-28-235 0,-17 16 0,-3-2 0,-1 0 0,-2-1 0,19-72 0,25-184 0,-22 88 0,-34 183 0,-8 45 0,-7 33 0,-2 0 0,-27 73 0,-51 95 0,67-165 0,14-33 0,-1-1 0,-1 1 0,-1-2 0,-1 0 0,0 0 0,-1-1 0,-1-1 0,-1 0 0,-26 21 0,29-28 0,-1-1 0,0 0 0,0-1 0,-1 0 0,0-1 0,0-1 0,-1-1 0,0 0 0,0-1 0,0 0 0,0-1 0,-1-1 0,-29 0 0,-268-26 0,297 20 0,1 0 0,0-1 0,1 0 0,-1-1 0,-20-12 0,23 11 0,-1 0 0,0 1 0,0 1 0,-1 0 0,1 1 0,-21-3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05:50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5221 24575,'30'-94'0,"59"-104"0,140-223 0,-224 411 0,169-267 0,352-430 0,-304 450 0,12 10 0,463-379 0,617-319 0,-1117 812 0,236-150 0,19 35 0,-133 110 0,6 14 0,517-126 0,14 96 0,12 66 0,-539 70 0,0 15 0,587 70 0,-458 5 0,626 181 0,-227 0 0,-21 52 0,485 308 0,-740-295 0,-411-210 0,201 164 0,-119-55 0,310 348 0,146 316 0,-190-57 0,-451-710 0,223 453 0,-289-567 0,-1 1 0,0 0 0,0 0 0,0-1 0,0 1 0,0 0 0,1 0 0,-1-1 0,0 1 0,1 0 0,-1-1 0,0 1 0,1 0 0,-1-1 0,1 1 0,-1-1 0,1 1 0,0-1 0,-1 1 0,1-1 0,-1 1 0,1-1 0,0 1 0,-1-1 0,1 0 0,0 1 0,0-1 0,7-19 0,1-10 0,16-32 0,-2 0 0,25-113 0,8-134 0,-51 274 0,-2 20 0,-1 21 0,1 16 0,-1-17 0,7 27 0,-1 1 0,-2 0 0,-1 1 0,0 57 0,-5-84 0,0 0 0,-1 0 0,0 0 0,-1 0 0,1 0 0,-2 0 0,1 0 0,-1-1 0,0 1 0,-1-1 0,1 0 0,-1 0 0,-1 0 0,0 0 0,0-1 0,0 1 0,0-1 0,-1-1 0,0 1 0,0-1 0,-1 0 0,0 0 0,0-1 0,0 0 0,-14 6 0,-16 2 0,-1-2 0,0-1 0,-1-2 0,-66 3 0,16-1 0,18-2 0,0-4 0,-93-6 0,-136-28 0,232 23 0,57 6 0,5 1 0,0 0 0,1 0 0,-1 1 0,0 0 0,0 0 0,-11 2 0,-2-9-1365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05:53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6206 24575,'-3'-9'0,"0"0"0,1 0 0,1-1 0,-1 1 0,1 0 0,1-1 0,1-17 0,-1 7 0,2-37 0,3-1 0,2 1 0,2 1 0,3 0 0,3 0 0,1 1 0,33-71 0,29-37 0,97-152 0,-67 128 0,71-121 0,13 8 0,12 9 0,14 9 0,11 10 0,288-264 0,476-327 0,-730 669 0,7 12 0,8 12 0,492-221 0,-278 189 0,754-203 0,-973 329 0,592-153 0,14 75 0,275 101 0,2 90 0,-404 22 0,744 158 0,735 283 0,-1015-150 0,-27 79 0,718 490 0,-1511-691 0,-11 18 0,512 427 0,-588-403 0,-12 14 0,504 623 0,-478-470 0,94 120 0,-383-516 0,1-1 0,1-2 0,82 66 0,-115-105 0,0-1 0,-1 1 0,1-1 0,-1 0 0,1 0 0,-1 0 0,1 0 0,-1 0 0,0 0 0,0-1 0,0 1 0,-1-1 0,3-4 0,32-46 0,-14 2 0,-3 0 0,24-101 0,-26 85 0,61-305 0,-126 622 0,35-202 0,-1 0 0,-3-1 0,-27 52 0,38-86 0,-1 0 0,-1-1 0,0 0 0,-1 0 0,0-1 0,0 0 0,-1-1 0,-13 11 0,15-15 0,0-1 0,0-1 0,0 1 0,-1-1 0,1 0 0,-1-1 0,0 0 0,0-1 0,0 0 0,0 0 0,-1 0 0,1-2 0,-15 1 0,-11-3 0,0-1 0,0-2 0,1-2 0,0 0 0,0-3 0,1-1 0,0-1 0,1-2 0,-43-24 0,-24-22 0,-136-110 0,92 63 0,22 22-1365,9 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27:49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1499 24575,'2'-5'0,"-1"1"0,1-1 0,0 0 0,0 1 0,1-1 0,-1 1 0,1 0 0,0 0 0,0 0 0,1 0 0,6-6 0,1-3 0,76-91 0,128-119 0,-39 50 0,-92 87 0,116-92 0,-152 146 0,0 2 0,2 3 0,102-41 0,-88 42 0,-1-3 0,63-40 0,-100 52 0,290-174 0,-266 165 0,1 2 0,1 3 0,2 2 0,85-20 0,-25 20 0,205-8 0,119 29 0,-392 0 0,0 3 0,0 2 0,-1 2 0,0 1 0,0 3 0,-1 2 0,49 23 0,33 25 0,119 81 0,-32-17 0,-176-107 0,0 2 0,-2 2 0,-1 1 0,-1 1 0,-2 2 0,0 1 0,-2 2 0,-1 1 0,36 55 0,-28-31 0,-19-27 0,2 0 0,0-1 0,2-2 0,42 44 0,-40-97 0,-1-11 0,-3 0 0,-1-1 0,-2-1 0,17-63 0,6-12 0,-30 99 0,-3 31 0,0 5 0,5 11 0,-1 2 0,-2-1 0,-1 1 0,-2 0 0,-1 1 0,-2-1 0,-1 1 0,-2 0 0,-1-1 0,-10 55 0,11-83 0,0-1 0,-1 1 0,1-1 0,-1 1 0,0-1 0,0 1 0,-1-1 0,1 0 0,-1 0 0,-6 7 0,7-9 0,-1 0 0,0 0 0,0 0 0,0-1 0,0 1 0,0-1 0,-1 0 0,1 0 0,0 0 0,-1 0 0,1 0 0,0-1 0,-1 0 0,1 0 0,-7 0 0,-73-5 0,0-4 0,-160-38 0,42 5 0,145 36-1365,40 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27:51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1814 24575,'0'0'0,"0"0"0,0 0 0,0 0 0,0 0 0,24-27 0,-11 8 0,0 1 0,18-37 0,10-14 0,95-111 0,200-204 0,-194 228 0,-74 85 0,3 4 0,3 2 0,94-62 0,260-142 0,-307 204 0,3 5 0,239-79 0,-320 127 0,0 2 0,0 2 0,1 2 0,-1 2 0,1 2 0,1 1 0,45 7 0,4 5 0,-1 4 0,112 33 0,-125-23 0,-2 3 0,112 57 0,139 97 0,-266-146 0,-10-1 0,-1 1 0,-2 3 0,-2 2 0,-2 2 0,73 87 0,-4-5 0,-56-64 0,-3 3 0,66 98 0,7 55 0,-108-176 0,-2 0 0,-1 1 0,18 71 0,-34-91 0,-2-15 0,1-8 0,25-48 0,-6 15 0,-6-3 0,-1-1 0,-2 0 0,8-49 0,-12 47 0,2 0 0,2 1 0,17-38 0,-15 51 0,-8 21 0,-5 20 0,-22 119 0,1-6 0,-39 137 0,60-264 0,-1-1 0,0 1 0,1 0 0,-1 0 0,0 0 0,1-1 0,-1 1 0,0 0 0,0-1 0,1 1 0,-1-1 0,0 1 0,0-1 0,0 1 0,0-1 0,0 1 0,0-1 0,0 0 0,0 0 0,0 1 0,0-1 0,0 0 0,0 0 0,0 0 0,0 0 0,0 0 0,0 0 0,0-1 0,0 1 0,0 0 0,0 0 0,0-1 0,0 1 0,0 0 0,0-1 0,-47-19 0,32 13 0,-152-63 0,-209-120 0,93 31-1365,245 138-5461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27:53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1794 24575,'26'-26'0,"33"-21"0,-2-4 0,77-87 0,-72 72 0,85-72 0,244-213 0,-351 310 0,2 2 0,2 2 0,1 1 0,2 3 0,1 2 0,61-30 0,-9 4 0,-3-4 0,143-118 0,-112 80 0,-85 69 0,1 2 0,2 1 0,0 2 0,2 3 0,1 2 0,0 2 0,103-24 0,-31 13 0,100-20 0,-182 43 0,0 2 0,0 1 0,70 5 0,-33 5 0,-1 4 0,141 39 0,-171-36 0,-1 3 0,-1 1 0,-1 3 0,0 1 0,74 53 0,-71-38 0,-2 1 0,-2 2 0,-1 2 0,59 81 0,110 206 0,-117-176 0,162 338 0,-223-424 0,-20-43 0,2 0 0,0 0 0,1-1 0,2-1 0,0-1 0,1 0 0,28 26 0,-44-46 0,-1-1 0,1 1 0,-1 0 0,1 0 0,0-1 0,-1 1 0,1 0 0,0-1 0,0 1 0,-1-1 0,1 1 0,0-1 0,0 1 0,0-1 0,0 0 0,-1 1 0,1-1 0,0 0 0,0 0 0,0 0 0,2 1 0,1-19 0,-1-8 0,11-35 0,0 0 0,12-104 0,-56 525 0,26-320 0,1 2 0,-15 68 0,18-108 0,0-1 0,0 0 0,0 0 0,-1 0 0,1 0 0,0 0 0,-1 1 0,1-1 0,-1 0 0,0 0 0,1 0 0,-1 0 0,0-1 0,1 1 0,-1 0 0,0 0 0,0 0 0,0 0 0,0-1 0,0 1 0,0 0 0,0-1 0,0 1 0,0-1 0,0 1 0,0-1 0,0 0 0,0 1 0,-1-1 0,1 0 0,0 0 0,0 0 0,0 0 0,0 0 0,-1 0 0,1 0 0,0 0 0,0 0 0,-2-1 0,-4-2 0,-1 1 0,1-1 0,0-1 0,0 0 0,-7-4 0,-3-2 0,14 8-10,-245-123 141,183 97-874,-131-40 0,169 61-6083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28:0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1755 24575,'5'-4'0,"0"0"0,0 0 0,0 0 0,-1-1 0,0 1 0,0-1 0,0 0 0,4-8 0,6-6 0,113-159 0,9-11 0,-65 103 0,5 3 0,3 3 0,3 4 0,3 4 0,139-91 0,-98 83 0,279-183 0,-299 192 0,168-83 0,-209 124 0,0 3 0,2 3 0,1 3 0,86-16 0,-11 14 0,238-7 0,-282 30 0,0 4 0,0 4 0,129 28 0,-178-23 0,0 1 0,-1 3 0,-1 2 0,0 2 0,65 40 0,-53-22 0,-1 2 0,-3 3 0,74 73 0,-40-20 0,-4 4 0,-5 4 0,127 215 0,-136-195 0,-5 4 0,-6 3 0,57 181 0,-118-312 0,0-1 0,0 1 0,0-1 0,0 1 0,0-1 0,0 1 0,0-1 0,0 1 0,0-1 0,0 0 0,0 1 0,1-1 0,-1 1 0,0-1 0,0 1 0,0-1 0,1 0 0,-1 1 0,0-1 0,0 0 0,1 1 0,-1-1 0,0 0 0,1 1 0,-1-1 0,0 0 0,1 0 0,-1 1 0,1-1 0,-1 0 0,0 0 0,1 0 0,-1 1 0,1-1 0,-1 0 0,1 0 0,-1 0 0,1 0 0,-1 0 0,1 0 0,-1 0 0,0 0 0,1 0 0,-1 0 0,1 0 0,0-1 0,16-24 0,13-56 0,-27 70 0,42-141 0,-24 74 0,44-107 0,-71 253 0,1-20 0,-2 0 0,-2-1 0,-29 89 0,36-132 0,0 1 0,0-1 0,-1 1 0,1-1 0,-1 0 0,0 0 0,-1 0 0,1 0 0,-1-1 0,1 0 0,-1 1 0,0-1 0,0 0 0,-1-1 0,1 1 0,0-1 0,-1 0 0,0 0 0,1 0 0,-1-1 0,0 0 0,0 0 0,0 0 0,0 0 0,0-1 0,0 1 0,0-1 0,0-1 0,0 1 0,0-1 0,-6-1 0,-12-3 0,0-1 0,1-1 0,0-1 0,1-1 0,-29-15 0,-188-116 25,138 79-1415,38 24-5436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34:05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1507 24575,'1'-5'0,"0"-1"0,0 1 0,0-1 0,1 1 0,-1-1 0,1 1 0,1 0 0,-1 0 0,1 0 0,0 0 0,0 0 0,7-7 0,51-52 0,-47 51 0,92-87 0,120-126 0,-185 182 0,1 1 0,2 3 0,2 1 0,1 3 0,86-51 0,278-119 0,-217 115 0,-7 4 0,4 7 0,202-54 0,-252 96 0,2 7 0,1 5 0,242-10 0,-260 31 0,434 0 0,-441 14 0,0 6 0,177 44 0,-236-41 0,-1 2 0,0 3 0,-2 3 0,-1 2 0,-2 2 0,0 3 0,92 75 0,7 26 0,146 165 0,-169-164 0,171 195 0,-301-334 0,-1 0 0,1 0 0,0 0 0,1 0 0,-1 0 0,1 0 0,0 1 0,1-6 0,1-8 0,2-316 0,-6 272 0,1 135 0,-20 133 0,14-173 0,-1-1 0,-2 0 0,-1 0 0,-1-1 0,-2 0 0,-21 37 0,31-64 5,-1 0-1,0 0 1,1 0-1,-1-1 0,-1 0 1,1 1-1,-1-1 1,1-1-1,-1 1 1,0-1-1,-1 0 0,1 0 1,0 0-1,-1-1 1,0 0-1,0 0 1,1 0-1,-1-1 1,0 1-1,0-2 0,0 1 1,0-1-1,0 0 1,-1 0-1,1 0 1,-9-2-1,-11-3-301,0-2 0,0 0 0,1-1 0,-38-19 0,29 12-6529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34:26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1 400 24575,'0'0'0,"0"0"0,0 0 0,0 0 0,0 0 0,0 0 0,0 0 0,0 0 0,30-5 0,10-8 0,-1-1 0,0-2 0,-2-1 0,0-2 0,39-27 0,-25 15 0,88-39 0,-54 42 0,1 4 0,148-23 0,-133 29 0,67-5 0,334 0 0,-240 17 0,516 8 0,-519 2 0,-115 3 0,277 47 0,-310-27 0,-1 3 0,-2 6 0,-2 4 0,-1 5 0,133 79 0,-171-83 0,-1 3 0,-3 3 0,-2 2 0,100 106 0,-56-37 0,127 187 0,-103-122 0,326 512 0,-162-224 0,-22-40 0,12 12 0,-168-271 0,158 295 0,42 64 0,-305-517 0,7 11 0,1 0 0,42 43 0,-61-71 0,0 0 0,1 0 0,-1 0 0,1 0 0,0 0 0,0 0 0,0 0 0,0 0 0,1-3 0,0-9 0,-4-81 0,-4-1 0,-4 1 0,-4 1 0,-41-140 0,51 223 0,3 6 0,0 0 0,0 0 0,0 0 0,1 0 0,0 0 0,0-1 0,0 1 0,1-12 0,28 35 0,-17-4 0,-1 0 0,-1 0 0,0 1 0,-1 0 0,-1 1 0,11 29 0,25 98 0,-40-131 0,4 15 0,3 8 0,-1-1 0,-2 1 0,-2 1 0,0-1 0,-2 57 0,-6-89 0,0 1 0,0-1 0,0 0 0,-1-1 0,1 1 0,-1-1 0,1 1 0,-1-1 0,0 0 0,1 0 0,-6 0 0,-1 2 0,-40 10-136,-1-1-1,0-3 1,0-2-1,-1-2 1,1-2-1,-1-3 1,0-2-1,0-2 0,-56-12 1,88 12-6690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34:52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1139 24575,'10'-1'0,"-1"0"0,1 0 0,0-2 0,-1 1 0,0-1 0,1 0 0,-1-1 0,0 0 0,13-8 0,11-9 0,31-25 0,-54 38 0,145-121 0,-96 77 0,1 2 0,87-52 0,655-324 0,-701 381 0,3 5 0,1 4 0,1 5 0,2 4 0,1 6 0,113-9 0,795-10 0,-838 47 0,0 8 0,0 8 0,309 82 0,163 106 0,-154-43 0,-391-135 0,-2 6 0,-2 4 0,188 109 0,-87-27 0,282 228 0,9 108 0,-392-350 0,-6 4 0,123 192 0,-155-205 0,237 388 0,-28 17 0,424 1150 0,-177-108 0,-346-952 0,109 403 0,-271-956 0,125 460 0,-125-472 0,-8-35 0,-3-19 0,-5-66 0,-23-132 0,-1-3 0,25 170 0,2-1 0,8-78 0,4 87 0,1-12 0,-52 529 0,7-251 0,32-220 0,0-1 0,0 1 0,0 0 0,0-1 0,0 1 0,0 0 0,0-1 0,0 1 0,0-1 0,-1 0 0,1 1 0,0-1 0,0 0 0,0 0 0,-1 0 0,1 0 0,0 0 0,0 0 0,0 0 0,-1 0 0,1 0 0,0-1 0,0 1 0,0 0 0,-3-2 0,-37-7 0,23 3 0,-1-2 0,2 1 0,-1-2 0,1-1 0,0 0 0,1-1 0,0-1 0,1 0 0,-18-18 0,-16-21 0,-51-71 0,58 68 0,24 32 0,6 6 0,0 0 0,-1 1 0,-1 1 0,0 0 0,-1 1 0,-17-13 0,31 26-49,-1-1 1,1 1-1,0-1 0,0 1 0,0 0 1,0-1-1,-1 1 0,1 0 0,0 0 1,0 0-1,-1 0 0,1 0 0,0 0 1,0 0-1,-1 0 0,1 1 0,0-1 1,0 0-1,0 1 0,-1-1 0,1 1 1,0 0-1,0-1 0,0 1 0,0 0 0,0-1 1,-2 3-1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35:13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0 648 24575,'36'-35'0,"31"-18"0,1 3 0,3 2 0,1 4 0,3 3 0,1 4 0,1 2 0,3 5 0,0 2 0,1 4 0,2 4 0,132-15 0,-101 20 0,-2-5 0,121-37 0,-180 40 0,1 3 0,1 2 0,0 3 0,112-5 0,-27 18 0,178-7 0,-255-3 0,1 2 0,0 4 0,0 2 0,0 3 0,-1 2 0,120 32 0,202 59 0,4 2 0,-311-76 0,328 95 0,9-36 0,182 9 0,-12 57 0,-35 19 0,-272-85 0,42 0 0,5 2 0,332 178 0,-372-138 0,-13-17 0,-115-50 0,269 144 0,-245-89 0,318 260 0,107 206 0,-308-247 0,-14 12 0,306 487 0,-180-116 0,-42 22 0,-201-359 0,202 675 0,-101-63 0,-66 18 0,46 825 0,-229-1302 0,-18-443 0,1-93 0,1 1 0,0-1 0,0 1 0,0 0 0,0 0 0,7-6 0,8-10 0,29-55 0,-3-1 0,34-84 0,51-171 0,-165 434 0,-4-2 0,-5-2 0,-72 118 0,115-215 0,0 1 0,0-1 0,0 0 0,0 1 0,-1-1 0,1 0 0,0-1 0,-1 1 0,0 0 0,1-1 0,-1 1 0,0-1 0,0 0 0,0 0 0,0 0 0,0 0 0,0 0 0,0-1 0,0 1 0,0-1 0,0 0 0,0 0 0,0 0 0,0 0 0,0-1 0,0 1 0,0-1 0,0 0 0,0 0 0,-6-2 0,-9-4 0,1-1 0,0-1 0,-30-20 0,31 19 0,-161-113 0,149 100 0,2-1 0,0-1 0,1-1 0,-23-33 0,-18-38-1365,5-3-5461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3C96-E6F2-0A40-279B-6EDBD99D8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11DDA-9432-C24A-2CB6-973E0E3B2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3E5E6-1410-498A-DFBD-DCEEC0C37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930E-E231-A0A0-5EE4-1DD0B2D5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27D51-7496-34E5-0E4B-4C7F828D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8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AFD3-A4A4-2E04-DA35-FFF7450C9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8D1D-1E72-3AD6-9D14-BCC1E92BD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FD78D-23EB-EA92-AD2A-B715B49B1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D66BB-3443-2B65-94AE-B90AE241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FF989-0ABF-50C1-8064-9135C2B2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AD10-618E-FB85-C724-FE43331C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A40FB-2C77-D681-2188-A2FFD3506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F3CB1-6940-2FA6-803E-EB490F5E7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B64AD-C356-C0F3-584F-3BBDBCF80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52A12-825E-A219-DF85-5BD1D50F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7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021E-4B25-D27E-DBA7-CF42139F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757B-1695-7B36-6A86-92F63279F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10F5D-8B3A-E045-EB75-735571108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F8AB7-1E9D-F5B7-E336-D85C2B76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C4C0D-7E83-B504-651A-2A246C6A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4BEDE-DE59-CFAF-72A5-80344728C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41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F203-FE6F-6E3D-2DAB-0831D2DD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84504-24FF-4FC5-B900-99CBCA449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26078-1610-D58D-9183-0D4364541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0F303-E112-6EEA-32FD-2407FCAF1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AC003-9A88-0581-B210-E53C0373E4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764D3-B7E9-F92F-B73C-F02472E9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BFC23-5975-3D69-4D47-01A96B1C2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828BBE-FDB4-82F9-2561-7F55D73C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35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2C47-E0BD-4AF8-EF6A-3EE89370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DBBF6-DA09-92CF-EEED-1E4F1F87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2EDC1-60E0-A048-523C-0D0629F6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7810B-D867-04C9-D417-6F33F9E2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1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BDB0C-F17D-3E10-56A7-67E445822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D1395-03DC-4F7B-7E11-40B914F3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63CF0-2C2A-0FCC-0C65-BBD08C07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7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B857-6121-94F3-A209-3804B33F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EADAF-88E7-529B-9BD6-5CA5F631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B8ABB-1F2A-1739-395F-522F59563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C0FEF-03C6-DEA9-4BE4-66C4EA95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C900A-B293-9444-DF8F-ADF28EA9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39E17-746A-3957-09B8-E0C34BFC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4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151A-6B9E-E9B3-9A70-1619EDC6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DE083-DFD4-3AAA-9E70-A4D2CCB3F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91E99-8B92-F0A9-9D7B-348C71062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6F26-91E1-6006-6F74-A605B8B6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53874-AEA6-8B4D-D1B9-B245C831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E20C0-25BD-BCF4-9AF1-93FC20AF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6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4DD29-F827-7F7A-D5FC-FAB6DF63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F6762-3520-0D4F-8788-D68598866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3BD35-235A-180C-6BE8-CABFE03C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3C329-87BD-FD97-B799-E498DCB4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8CDC-BDFF-7749-715D-FA23457A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5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ADE96-19F7-A30A-726F-8550BC9C7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F29CD-C13C-B96D-9479-A92FBF154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47993-DECA-6EEB-6A86-14E5645F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BEC2-41F6-515B-1F03-1AEFC3562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729B6-3321-BA5B-680A-2DF2F633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9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4449B-6B46-E316-7F01-E8DA752C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AAB5E-4CB8-4F1C-4BC2-E3DF75847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DD9D2-FCE3-80E5-EC94-5BAFE3BC43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37DC8-82CC-466B-9A91-6FFB3FAEB0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32670-833B-8ABF-95B8-410F24D12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7E2E9-98D7-3B94-E1F6-F4A5A9242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F0B70-DB81-437F-A9DD-6D566E30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6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5" Type="http://schemas.openxmlformats.org/officeDocument/2006/relationships/image" Target="../media/image7.png"/><Relationship Id="rId4" Type="http://schemas.openxmlformats.org/officeDocument/2006/relationships/customXml" Target="../ink/ink6.xml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11.png"/><Relationship Id="rId4" Type="http://schemas.openxmlformats.org/officeDocument/2006/relationships/customXml" Target="../ink/ink10.xml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AF3015D-FC0E-240F-E4EB-80BA35B67FB6}"/>
              </a:ext>
            </a:extLst>
          </p:cNvPr>
          <p:cNvSpPr/>
          <p:nvPr/>
        </p:nvSpPr>
        <p:spPr>
          <a:xfrm>
            <a:off x="2725947" y="431321"/>
            <a:ext cx="6167887" cy="6167887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All Cards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822C76-0270-EC32-9416-10B779E83213}"/>
              </a:ext>
            </a:extLst>
          </p:cNvPr>
          <p:cNvSpPr/>
          <p:nvPr/>
        </p:nvSpPr>
        <p:spPr>
          <a:xfrm>
            <a:off x="3372928" y="802256"/>
            <a:ext cx="2723072" cy="2723072"/>
          </a:xfrm>
          <a:prstGeom prst="ellipse">
            <a:avLst/>
          </a:prstGeom>
          <a:solidFill>
            <a:schemeClr val="bg2">
              <a:lumMod val="75000"/>
              <a:alpha val="42000"/>
            </a:schemeClr>
          </a:solidFill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Hearts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467406-7B93-35B2-6F36-3F5066B40986}"/>
              </a:ext>
            </a:extLst>
          </p:cNvPr>
          <p:cNvSpPr/>
          <p:nvPr/>
        </p:nvSpPr>
        <p:spPr>
          <a:xfrm>
            <a:off x="6018363" y="1558502"/>
            <a:ext cx="2723072" cy="2723072"/>
          </a:xfrm>
          <a:prstGeom prst="ellipse">
            <a:avLst/>
          </a:prstGeom>
          <a:solidFill>
            <a:schemeClr val="bg2">
              <a:lumMod val="75000"/>
              <a:alpha val="42000"/>
            </a:schemeClr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Diamonds</a:t>
            </a:r>
          </a:p>
        </p:txBody>
      </p:sp>
    </p:spTree>
    <p:extLst>
      <p:ext uri="{BB962C8B-B14F-4D97-AF65-F5344CB8AC3E}">
        <p14:creationId xmlns:p14="http://schemas.microsoft.com/office/powerpoint/2010/main" val="154009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AF3015D-FC0E-240F-E4EB-80BA35B67FB6}"/>
              </a:ext>
            </a:extLst>
          </p:cNvPr>
          <p:cNvSpPr/>
          <p:nvPr/>
        </p:nvSpPr>
        <p:spPr>
          <a:xfrm>
            <a:off x="2725947" y="431321"/>
            <a:ext cx="6167887" cy="6167887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All Cards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822C76-0270-EC32-9416-10B779E83213}"/>
              </a:ext>
            </a:extLst>
          </p:cNvPr>
          <p:cNvSpPr/>
          <p:nvPr/>
        </p:nvSpPr>
        <p:spPr>
          <a:xfrm>
            <a:off x="3372928" y="802256"/>
            <a:ext cx="2723072" cy="2723072"/>
          </a:xfrm>
          <a:prstGeom prst="ellipse">
            <a:avLst/>
          </a:prstGeom>
          <a:solidFill>
            <a:schemeClr val="bg2">
              <a:lumMod val="75000"/>
              <a:alpha val="42000"/>
            </a:schemeClr>
          </a:solidFill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Hearts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F266644-BCF6-61AE-404E-69B770B28D80}"/>
              </a:ext>
            </a:extLst>
          </p:cNvPr>
          <p:cNvSpPr/>
          <p:nvPr/>
        </p:nvSpPr>
        <p:spPr>
          <a:xfrm>
            <a:off x="4818420" y="2420755"/>
            <a:ext cx="2016490" cy="2016490"/>
          </a:xfrm>
          <a:prstGeom prst="ellipse">
            <a:avLst/>
          </a:prstGeom>
          <a:solidFill>
            <a:schemeClr val="bg2">
              <a:lumMod val="75000"/>
              <a:alpha val="42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Queens</a:t>
            </a:r>
          </a:p>
        </p:txBody>
      </p:sp>
    </p:spTree>
    <p:extLst>
      <p:ext uri="{BB962C8B-B14F-4D97-AF65-F5344CB8AC3E}">
        <p14:creationId xmlns:p14="http://schemas.microsoft.com/office/powerpoint/2010/main" val="72473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9912F-6CF0-57B2-0CEC-E435B8B12D20}"/>
              </a:ext>
            </a:extLst>
          </p:cNvPr>
          <p:cNvCxnSpPr/>
          <p:nvPr/>
        </p:nvCxnSpPr>
        <p:spPr>
          <a:xfrm>
            <a:off x="1578634" y="5486400"/>
            <a:ext cx="810020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607FAC-A8FE-A66E-6238-8B8AA3C4909F}"/>
              </a:ext>
            </a:extLst>
          </p:cNvPr>
          <p:cNvCxnSpPr>
            <a:cxnSpLocks/>
          </p:cNvCxnSpPr>
          <p:nvPr/>
        </p:nvCxnSpPr>
        <p:spPr>
          <a:xfrm>
            <a:off x="1578634" y="1216325"/>
            <a:ext cx="0" cy="427007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F2DC86-2F9F-78CE-718E-017A5D44648C}"/>
              </a:ext>
            </a:extLst>
          </p:cNvPr>
          <p:cNvSpPr/>
          <p:nvPr/>
        </p:nvSpPr>
        <p:spPr>
          <a:xfrm>
            <a:off x="3088257" y="3113974"/>
            <a:ext cx="4270075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D86ECC">
              <a:alpha val="45882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976348-DBDC-6EF3-58B6-A81FE1576A41}"/>
              </a:ext>
            </a:extLst>
          </p:cNvPr>
          <p:cNvSpPr/>
          <p:nvPr/>
        </p:nvSpPr>
        <p:spPr>
          <a:xfrm>
            <a:off x="1774167" y="3113974"/>
            <a:ext cx="4270075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E97132">
              <a:alpha val="29020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6FE01C-13FD-A556-0EDC-14E1986E47E3}"/>
              </a:ext>
            </a:extLst>
          </p:cNvPr>
          <p:cNvCxnSpPr/>
          <p:nvPr/>
        </p:nvCxnSpPr>
        <p:spPr>
          <a:xfrm>
            <a:off x="3986838" y="2191109"/>
            <a:ext cx="0" cy="140610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6ED0B5-A2D7-8D86-C8BA-7A9B1716AC3B}"/>
              </a:ext>
            </a:extLst>
          </p:cNvPr>
          <p:cNvSpPr txBox="1"/>
          <p:nvPr/>
        </p:nvSpPr>
        <p:spPr>
          <a:xfrm>
            <a:off x="3246202" y="182177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Mean = 100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E6E516-47F6-AEAA-F269-4E55FC127DCC}"/>
              </a:ext>
            </a:extLst>
          </p:cNvPr>
          <p:cNvCxnSpPr/>
          <p:nvPr/>
        </p:nvCxnSpPr>
        <p:spPr>
          <a:xfrm>
            <a:off x="5312842" y="2191110"/>
            <a:ext cx="0" cy="1406106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298CFA-0904-FAFA-E071-ED1C478DB244}"/>
              </a:ext>
            </a:extLst>
          </p:cNvPr>
          <p:cNvSpPr txBox="1"/>
          <p:nvPr/>
        </p:nvSpPr>
        <p:spPr>
          <a:xfrm>
            <a:off x="4572206" y="1821777"/>
            <a:ext cx="132600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Mean = 105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BF668D-722C-94FA-24F7-7768DA0C1D70}"/>
              </a:ext>
            </a:extLst>
          </p:cNvPr>
          <p:cNvSpPr txBox="1"/>
          <p:nvPr/>
        </p:nvSpPr>
        <p:spPr>
          <a:xfrm>
            <a:off x="3088257" y="1050599"/>
            <a:ext cx="3241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t(48)=1.04, p=.30</a:t>
            </a:r>
          </a:p>
        </p:txBody>
      </p:sp>
    </p:spTree>
    <p:extLst>
      <p:ext uri="{BB962C8B-B14F-4D97-AF65-F5344CB8AC3E}">
        <p14:creationId xmlns:p14="http://schemas.microsoft.com/office/powerpoint/2010/main" val="2468493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9912F-6CF0-57B2-0CEC-E435B8B12D20}"/>
              </a:ext>
            </a:extLst>
          </p:cNvPr>
          <p:cNvCxnSpPr/>
          <p:nvPr/>
        </p:nvCxnSpPr>
        <p:spPr>
          <a:xfrm>
            <a:off x="1578634" y="5486400"/>
            <a:ext cx="810020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607FAC-A8FE-A66E-6238-8B8AA3C4909F}"/>
              </a:ext>
            </a:extLst>
          </p:cNvPr>
          <p:cNvCxnSpPr>
            <a:cxnSpLocks/>
          </p:cNvCxnSpPr>
          <p:nvPr/>
        </p:nvCxnSpPr>
        <p:spPr>
          <a:xfrm>
            <a:off x="1578634" y="1216325"/>
            <a:ext cx="0" cy="427007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F2DC86-2F9F-78CE-718E-017A5D44648C}"/>
              </a:ext>
            </a:extLst>
          </p:cNvPr>
          <p:cNvSpPr/>
          <p:nvPr/>
        </p:nvSpPr>
        <p:spPr>
          <a:xfrm>
            <a:off x="4235560" y="3113974"/>
            <a:ext cx="4270075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D86ECC">
              <a:alpha val="45882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976348-DBDC-6EF3-58B6-A81FE1576A41}"/>
              </a:ext>
            </a:extLst>
          </p:cNvPr>
          <p:cNvSpPr/>
          <p:nvPr/>
        </p:nvSpPr>
        <p:spPr>
          <a:xfrm>
            <a:off x="1774167" y="3113974"/>
            <a:ext cx="4270075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E97132">
              <a:alpha val="29020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6FE01C-13FD-A556-0EDC-14E1986E47E3}"/>
              </a:ext>
            </a:extLst>
          </p:cNvPr>
          <p:cNvCxnSpPr/>
          <p:nvPr/>
        </p:nvCxnSpPr>
        <p:spPr>
          <a:xfrm>
            <a:off x="3986838" y="2191109"/>
            <a:ext cx="0" cy="140610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6ED0B5-A2D7-8D86-C8BA-7A9B1716AC3B}"/>
              </a:ext>
            </a:extLst>
          </p:cNvPr>
          <p:cNvSpPr txBox="1"/>
          <p:nvPr/>
        </p:nvSpPr>
        <p:spPr>
          <a:xfrm>
            <a:off x="3246202" y="182177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Mean = 100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E6E516-47F6-AEAA-F269-4E55FC127DCC}"/>
              </a:ext>
            </a:extLst>
          </p:cNvPr>
          <p:cNvCxnSpPr/>
          <p:nvPr/>
        </p:nvCxnSpPr>
        <p:spPr>
          <a:xfrm>
            <a:off x="6460145" y="2191110"/>
            <a:ext cx="0" cy="1406106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298CFA-0904-FAFA-E071-ED1C478DB244}"/>
              </a:ext>
            </a:extLst>
          </p:cNvPr>
          <p:cNvSpPr txBox="1"/>
          <p:nvPr/>
        </p:nvSpPr>
        <p:spPr>
          <a:xfrm>
            <a:off x="5719509" y="1821777"/>
            <a:ext cx="132600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Mean = 110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BF668D-722C-94FA-24F7-7768DA0C1D70}"/>
              </a:ext>
            </a:extLst>
          </p:cNvPr>
          <p:cNvSpPr txBox="1"/>
          <p:nvPr/>
        </p:nvSpPr>
        <p:spPr>
          <a:xfrm>
            <a:off x="3088257" y="1050599"/>
            <a:ext cx="3241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t(48)=2.25, p=.03</a:t>
            </a:r>
          </a:p>
        </p:txBody>
      </p:sp>
    </p:spTree>
    <p:extLst>
      <p:ext uri="{BB962C8B-B14F-4D97-AF65-F5344CB8AC3E}">
        <p14:creationId xmlns:p14="http://schemas.microsoft.com/office/powerpoint/2010/main" val="2625682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9912F-6CF0-57B2-0CEC-E435B8B12D20}"/>
              </a:ext>
            </a:extLst>
          </p:cNvPr>
          <p:cNvCxnSpPr/>
          <p:nvPr/>
        </p:nvCxnSpPr>
        <p:spPr>
          <a:xfrm>
            <a:off x="1578634" y="5486400"/>
            <a:ext cx="810020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607FAC-A8FE-A66E-6238-8B8AA3C4909F}"/>
              </a:ext>
            </a:extLst>
          </p:cNvPr>
          <p:cNvCxnSpPr>
            <a:cxnSpLocks/>
          </p:cNvCxnSpPr>
          <p:nvPr/>
        </p:nvCxnSpPr>
        <p:spPr>
          <a:xfrm>
            <a:off x="1578634" y="1216325"/>
            <a:ext cx="0" cy="427007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F2DC86-2F9F-78CE-718E-017A5D44648C}"/>
              </a:ext>
            </a:extLst>
          </p:cNvPr>
          <p:cNvSpPr/>
          <p:nvPr/>
        </p:nvSpPr>
        <p:spPr>
          <a:xfrm>
            <a:off x="5184459" y="3113974"/>
            <a:ext cx="4270075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D86ECC">
              <a:alpha val="45882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976348-DBDC-6EF3-58B6-A81FE1576A41}"/>
              </a:ext>
            </a:extLst>
          </p:cNvPr>
          <p:cNvSpPr/>
          <p:nvPr/>
        </p:nvSpPr>
        <p:spPr>
          <a:xfrm>
            <a:off x="1774167" y="3113974"/>
            <a:ext cx="4270075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E97132">
              <a:alpha val="29020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6FE01C-13FD-A556-0EDC-14E1986E47E3}"/>
              </a:ext>
            </a:extLst>
          </p:cNvPr>
          <p:cNvCxnSpPr/>
          <p:nvPr/>
        </p:nvCxnSpPr>
        <p:spPr>
          <a:xfrm>
            <a:off x="3986838" y="2191109"/>
            <a:ext cx="0" cy="140610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6ED0B5-A2D7-8D86-C8BA-7A9B1716AC3B}"/>
              </a:ext>
            </a:extLst>
          </p:cNvPr>
          <p:cNvSpPr txBox="1"/>
          <p:nvPr/>
        </p:nvSpPr>
        <p:spPr>
          <a:xfrm>
            <a:off x="3246202" y="182177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Mean = 100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E6E516-47F6-AEAA-F269-4E55FC127DCC}"/>
              </a:ext>
            </a:extLst>
          </p:cNvPr>
          <p:cNvCxnSpPr/>
          <p:nvPr/>
        </p:nvCxnSpPr>
        <p:spPr>
          <a:xfrm>
            <a:off x="7409044" y="2191110"/>
            <a:ext cx="0" cy="1406106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298CFA-0904-FAFA-E071-ED1C478DB244}"/>
              </a:ext>
            </a:extLst>
          </p:cNvPr>
          <p:cNvSpPr txBox="1"/>
          <p:nvPr/>
        </p:nvSpPr>
        <p:spPr>
          <a:xfrm>
            <a:off x="6668408" y="1821777"/>
            <a:ext cx="132600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Mean = 115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BF668D-722C-94FA-24F7-7768DA0C1D70}"/>
              </a:ext>
            </a:extLst>
          </p:cNvPr>
          <p:cNvSpPr txBox="1"/>
          <p:nvPr/>
        </p:nvSpPr>
        <p:spPr>
          <a:xfrm>
            <a:off x="3088257" y="1050599"/>
            <a:ext cx="3680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t(48)=3.72, p=.0003</a:t>
            </a:r>
          </a:p>
        </p:txBody>
      </p:sp>
    </p:spTree>
    <p:extLst>
      <p:ext uri="{BB962C8B-B14F-4D97-AF65-F5344CB8AC3E}">
        <p14:creationId xmlns:p14="http://schemas.microsoft.com/office/powerpoint/2010/main" val="3255813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9912F-6CF0-57B2-0CEC-E435B8B12D20}"/>
              </a:ext>
            </a:extLst>
          </p:cNvPr>
          <p:cNvCxnSpPr/>
          <p:nvPr/>
        </p:nvCxnSpPr>
        <p:spPr>
          <a:xfrm>
            <a:off x="1578634" y="5486400"/>
            <a:ext cx="810020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607FAC-A8FE-A66E-6238-8B8AA3C4909F}"/>
              </a:ext>
            </a:extLst>
          </p:cNvPr>
          <p:cNvCxnSpPr>
            <a:cxnSpLocks/>
          </p:cNvCxnSpPr>
          <p:nvPr/>
        </p:nvCxnSpPr>
        <p:spPr>
          <a:xfrm>
            <a:off x="1578634" y="1216325"/>
            <a:ext cx="0" cy="427007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F2DC86-2F9F-78CE-718E-017A5D44648C}"/>
              </a:ext>
            </a:extLst>
          </p:cNvPr>
          <p:cNvSpPr/>
          <p:nvPr/>
        </p:nvSpPr>
        <p:spPr>
          <a:xfrm>
            <a:off x="3088257" y="3113974"/>
            <a:ext cx="4270075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D86ECC">
              <a:alpha val="45882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976348-DBDC-6EF3-58B6-A81FE1576A41}"/>
              </a:ext>
            </a:extLst>
          </p:cNvPr>
          <p:cNvSpPr/>
          <p:nvPr/>
        </p:nvSpPr>
        <p:spPr>
          <a:xfrm>
            <a:off x="1774167" y="3113974"/>
            <a:ext cx="4270075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E97132">
              <a:alpha val="29020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6FE01C-13FD-A556-0EDC-14E1986E47E3}"/>
              </a:ext>
            </a:extLst>
          </p:cNvPr>
          <p:cNvCxnSpPr/>
          <p:nvPr/>
        </p:nvCxnSpPr>
        <p:spPr>
          <a:xfrm>
            <a:off x="3986838" y="2191109"/>
            <a:ext cx="0" cy="140610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6ED0B5-A2D7-8D86-C8BA-7A9B1716AC3B}"/>
              </a:ext>
            </a:extLst>
          </p:cNvPr>
          <p:cNvSpPr txBox="1"/>
          <p:nvPr/>
        </p:nvSpPr>
        <p:spPr>
          <a:xfrm>
            <a:off x="3246202" y="182177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Mean = 100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E6E516-47F6-AEAA-F269-4E55FC127DCC}"/>
              </a:ext>
            </a:extLst>
          </p:cNvPr>
          <p:cNvCxnSpPr/>
          <p:nvPr/>
        </p:nvCxnSpPr>
        <p:spPr>
          <a:xfrm>
            <a:off x="5312842" y="2191110"/>
            <a:ext cx="0" cy="1406106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298CFA-0904-FAFA-E071-ED1C478DB244}"/>
              </a:ext>
            </a:extLst>
          </p:cNvPr>
          <p:cNvSpPr txBox="1"/>
          <p:nvPr/>
        </p:nvSpPr>
        <p:spPr>
          <a:xfrm>
            <a:off x="4572206" y="1821777"/>
            <a:ext cx="132600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Mean = 105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BF668D-722C-94FA-24F7-7768DA0C1D70}"/>
              </a:ext>
            </a:extLst>
          </p:cNvPr>
          <p:cNvSpPr txBox="1"/>
          <p:nvPr/>
        </p:nvSpPr>
        <p:spPr>
          <a:xfrm>
            <a:off x="3088257" y="1050599"/>
            <a:ext cx="3241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t(48)=1.04, p=.30</a:t>
            </a:r>
          </a:p>
        </p:txBody>
      </p:sp>
    </p:spTree>
    <p:extLst>
      <p:ext uri="{BB962C8B-B14F-4D97-AF65-F5344CB8AC3E}">
        <p14:creationId xmlns:p14="http://schemas.microsoft.com/office/powerpoint/2010/main" val="8864995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9912F-6CF0-57B2-0CEC-E435B8B12D20}"/>
              </a:ext>
            </a:extLst>
          </p:cNvPr>
          <p:cNvCxnSpPr/>
          <p:nvPr/>
        </p:nvCxnSpPr>
        <p:spPr>
          <a:xfrm>
            <a:off x="1578634" y="5486400"/>
            <a:ext cx="810020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607FAC-A8FE-A66E-6238-8B8AA3C4909F}"/>
              </a:ext>
            </a:extLst>
          </p:cNvPr>
          <p:cNvCxnSpPr>
            <a:cxnSpLocks/>
          </p:cNvCxnSpPr>
          <p:nvPr/>
        </p:nvCxnSpPr>
        <p:spPr>
          <a:xfrm>
            <a:off x="1578634" y="1216325"/>
            <a:ext cx="0" cy="427007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F2DC86-2F9F-78CE-718E-017A5D44648C}"/>
              </a:ext>
            </a:extLst>
          </p:cNvPr>
          <p:cNvSpPr/>
          <p:nvPr/>
        </p:nvSpPr>
        <p:spPr>
          <a:xfrm>
            <a:off x="3579966" y="3113974"/>
            <a:ext cx="3390181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D86ECC">
              <a:alpha val="45882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976348-DBDC-6EF3-58B6-A81FE1576A41}"/>
              </a:ext>
            </a:extLst>
          </p:cNvPr>
          <p:cNvSpPr/>
          <p:nvPr/>
        </p:nvSpPr>
        <p:spPr>
          <a:xfrm>
            <a:off x="2355012" y="3113974"/>
            <a:ext cx="3180272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E97132">
              <a:alpha val="29020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6FE01C-13FD-A556-0EDC-14E1986E47E3}"/>
              </a:ext>
            </a:extLst>
          </p:cNvPr>
          <p:cNvCxnSpPr/>
          <p:nvPr/>
        </p:nvCxnSpPr>
        <p:spPr>
          <a:xfrm>
            <a:off x="3986838" y="2191109"/>
            <a:ext cx="0" cy="140610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6ED0B5-A2D7-8D86-C8BA-7A9B1716AC3B}"/>
              </a:ext>
            </a:extLst>
          </p:cNvPr>
          <p:cNvSpPr txBox="1"/>
          <p:nvPr/>
        </p:nvSpPr>
        <p:spPr>
          <a:xfrm>
            <a:off x="3246202" y="182177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Mean = 100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E6E516-47F6-AEAA-F269-4E55FC127DCC}"/>
              </a:ext>
            </a:extLst>
          </p:cNvPr>
          <p:cNvCxnSpPr/>
          <p:nvPr/>
        </p:nvCxnSpPr>
        <p:spPr>
          <a:xfrm>
            <a:off x="5312842" y="2191110"/>
            <a:ext cx="0" cy="1406106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298CFA-0904-FAFA-E071-ED1C478DB244}"/>
              </a:ext>
            </a:extLst>
          </p:cNvPr>
          <p:cNvSpPr txBox="1"/>
          <p:nvPr/>
        </p:nvSpPr>
        <p:spPr>
          <a:xfrm>
            <a:off x="4572206" y="1821777"/>
            <a:ext cx="132600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Mean = 105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BF668D-722C-94FA-24F7-7768DA0C1D70}"/>
              </a:ext>
            </a:extLst>
          </p:cNvPr>
          <p:cNvSpPr txBox="1"/>
          <p:nvPr/>
        </p:nvSpPr>
        <p:spPr>
          <a:xfrm>
            <a:off x="3088257" y="1050599"/>
            <a:ext cx="3241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t(48)=1.68, p=.09</a:t>
            </a:r>
          </a:p>
        </p:txBody>
      </p:sp>
    </p:spTree>
    <p:extLst>
      <p:ext uri="{BB962C8B-B14F-4D97-AF65-F5344CB8AC3E}">
        <p14:creationId xmlns:p14="http://schemas.microsoft.com/office/powerpoint/2010/main" val="1311917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9912F-6CF0-57B2-0CEC-E435B8B12D20}"/>
              </a:ext>
            </a:extLst>
          </p:cNvPr>
          <p:cNvCxnSpPr/>
          <p:nvPr/>
        </p:nvCxnSpPr>
        <p:spPr>
          <a:xfrm>
            <a:off x="1578634" y="5486400"/>
            <a:ext cx="810020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607FAC-A8FE-A66E-6238-8B8AA3C4909F}"/>
              </a:ext>
            </a:extLst>
          </p:cNvPr>
          <p:cNvCxnSpPr>
            <a:cxnSpLocks/>
          </p:cNvCxnSpPr>
          <p:nvPr/>
        </p:nvCxnSpPr>
        <p:spPr>
          <a:xfrm>
            <a:off x="1578634" y="1216325"/>
            <a:ext cx="0" cy="427007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F2DC86-2F9F-78CE-718E-017A5D44648C}"/>
              </a:ext>
            </a:extLst>
          </p:cNvPr>
          <p:cNvSpPr/>
          <p:nvPr/>
        </p:nvSpPr>
        <p:spPr>
          <a:xfrm>
            <a:off x="4396803" y="3113974"/>
            <a:ext cx="1955319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D86ECC">
              <a:alpha val="45882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976348-DBDC-6EF3-58B6-A81FE1576A41}"/>
              </a:ext>
            </a:extLst>
          </p:cNvPr>
          <p:cNvSpPr/>
          <p:nvPr/>
        </p:nvSpPr>
        <p:spPr>
          <a:xfrm>
            <a:off x="2956602" y="3113974"/>
            <a:ext cx="1955319" cy="2372426"/>
          </a:xfrm>
          <a:custGeom>
            <a:avLst/>
            <a:gdLst>
              <a:gd name="connsiteX0" fmla="*/ 0 w 4270075"/>
              <a:gd name="connsiteY0" fmla="*/ 2372426 h 2372426"/>
              <a:gd name="connsiteX1" fmla="*/ 2208362 w 4270075"/>
              <a:gd name="connsiteY1" fmla="*/ 161 h 2372426"/>
              <a:gd name="connsiteX2" fmla="*/ 4270075 w 4270075"/>
              <a:gd name="connsiteY2" fmla="*/ 2277535 h 23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0075" h="2372426">
                <a:moveTo>
                  <a:pt x="0" y="2372426"/>
                </a:moveTo>
                <a:cubicBezTo>
                  <a:pt x="748341" y="1194201"/>
                  <a:pt x="1496683" y="15976"/>
                  <a:pt x="2208362" y="161"/>
                </a:cubicBezTo>
                <a:cubicBezTo>
                  <a:pt x="2920041" y="-15654"/>
                  <a:pt x="3595058" y="1130940"/>
                  <a:pt x="4270075" y="2277535"/>
                </a:cubicBezTo>
              </a:path>
            </a:pathLst>
          </a:custGeom>
          <a:solidFill>
            <a:srgbClr val="E97132">
              <a:alpha val="29020"/>
            </a:srgb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6FE01C-13FD-A556-0EDC-14E1986E47E3}"/>
              </a:ext>
            </a:extLst>
          </p:cNvPr>
          <p:cNvCxnSpPr/>
          <p:nvPr/>
        </p:nvCxnSpPr>
        <p:spPr>
          <a:xfrm>
            <a:off x="3986838" y="2191109"/>
            <a:ext cx="0" cy="140610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6ED0B5-A2D7-8D86-C8BA-7A9B1716AC3B}"/>
              </a:ext>
            </a:extLst>
          </p:cNvPr>
          <p:cNvSpPr txBox="1"/>
          <p:nvPr/>
        </p:nvSpPr>
        <p:spPr>
          <a:xfrm>
            <a:off x="3246202" y="182177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Mean = 100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E6E516-47F6-AEAA-F269-4E55FC127DCC}"/>
              </a:ext>
            </a:extLst>
          </p:cNvPr>
          <p:cNvCxnSpPr/>
          <p:nvPr/>
        </p:nvCxnSpPr>
        <p:spPr>
          <a:xfrm>
            <a:off x="5312842" y="2191110"/>
            <a:ext cx="0" cy="1406106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298CFA-0904-FAFA-E071-ED1C478DB244}"/>
              </a:ext>
            </a:extLst>
          </p:cNvPr>
          <p:cNvSpPr txBox="1"/>
          <p:nvPr/>
        </p:nvSpPr>
        <p:spPr>
          <a:xfrm>
            <a:off x="4572206" y="1821777"/>
            <a:ext cx="132600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Mean = 105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BF668D-722C-94FA-24F7-7768DA0C1D70}"/>
              </a:ext>
            </a:extLst>
          </p:cNvPr>
          <p:cNvSpPr txBox="1"/>
          <p:nvPr/>
        </p:nvSpPr>
        <p:spPr>
          <a:xfrm>
            <a:off x="3088257" y="1050599"/>
            <a:ext cx="3680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t(48)=3.77, p=.0002</a:t>
            </a:r>
          </a:p>
        </p:txBody>
      </p:sp>
    </p:spTree>
    <p:extLst>
      <p:ext uri="{BB962C8B-B14F-4D97-AF65-F5344CB8AC3E}">
        <p14:creationId xmlns:p14="http://schemas.microsoft.com/office/powerpoint/2010/main" val="32818511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7ED9240F-F70B-7B0C-96C3-9DFC32CF9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-7890"/>
            <a:ext cx="11536218" cy="6865890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491542F3-7663-B70E-E5CF-FF773BC7F82C}"/>
              </a:ext>
            </a:extLst>
          </p:cNvPr>
          <p:cNvSpPr/>
          <p:nvPr/>
        </p:nvSpPr>
        <p:spPr>
          <a:xfrm>
            <a:off x="3325091" y="3269673"/>
            <a:ext cx="360218" cy="1976582"/>
          </a:xfrm>
          <a:prstGeom prst="rightBrace">
            <a:avLst/>
          </a:prstGeom>
          <a:ln w="3810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F36B569-0BEE-AF7B-8CE5-2CF4EF9C1849}"/>
              </a:ext>
            </a:extLst>
          </p:cNvPr>
          <p:cNvSpPr/>
          <p:nvPr/>
        </p:nvSpPr>
        <p:spPr>
          <a:xfrm>
            <a:off x="5352473" y="1131455"/>
            <a:ext cx="360218" cy="1976582"/>
          </a:xfrm>
          <a:prstGeom prst="rightBrace">
            <a:avLst/>
          </a:prstGeom>
          <a:ln w="38100">
            <a:solidFill>
              <a:srgbClr val="56B4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76E582D-8BB1-DFEB-CD4A-08C47FF9ACD6}"/>
              </a:ext>
            </a:extLst>
          </p:cNvPr>
          <p:cNvSpPr/>
          <p:nvPr/>
        </p:nvSpPr>
        <p:spPr>
          <a:xfrm>
            <a:off x="7915563" y="3269673"/>
            <a:ext cx="290945" cy="378691"/>
          </a:xfrm>
          <a:prstGeom prst="rightBrace">
            <a:avLst/>
          </a:prstGeom>
          <a:ln w="3810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1F3F80D-6F67-847B-3A3A-7A3D1877BB5D}"/>
              </a:ext>
            </a:extLst>
          </p:cNvPr>
          <p:cNvSpPr/>
          <p:nvPr/>
        </p:nvSpPr>
        <p:spPr>
          <a:xfrm>
            <a:off x="9915236" y="2817091"/>
            <a:ext cx="360218" cy="452582"/>
          </a:xfrm>
          <a:prstGeom prst="rightBrace">
            <a:avLst/>
          </a:prstGeom>
          <a:ln w="38100">
            <a:solidFill>
              <a:srgbClr val="F0E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32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7ED9240F-F70B-7B0C-96C3-9DFC32CF9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-7890"/>
            <a:ext cx="11536218" cy="6865890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491542F3-7663-B70E-E5CF-FF773BC7F82C}"/>
              </a:ext>
            </a:extLst>
          </p:cNvPr>
          <p:cNvSpPr/>
          <p:nvPr/>
        </p:nvSpPr>
        <p:spPr>
          <a:xfrm>
            <a:off x="3325091" y="3269673"/>
            <a:ext cx="360218" cy="2789382"/>
          </a:xfrm>
          <a:prstGeom prst="rightBrace">
            <a:avLst/>
          </a:prstGeom>
          <a:ln w="3810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F36B569-0BEE-AF7B-8CE5-2CF4EF9C1849}"/>
              </a:ext>
            </a:extLst>
          </p:cNvPr>
          <p:cNvSpPr/>
          <p:nvPr/>
        </p:nvSpPr>
        <p:spPr>
          <a:xfrm>
            <a:off x="5352473" y="397164"/>
            <a:ext cx="360218" cy="2710873"/>
          </a:xfrm>
          <a:prstGeom prst="rightBrace">
            <a:avLst/>
          </a:prstGeom>
          <a:ln w="38100">
            <a:solidFill>
              <a:srgbClr val="56B4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76E582D-8BB1-DFEB-CD4A-08C47FF9ACD6}"/>
              </a:ext>
            </a:extLst>
          </p:cNvPr>
          <p:cNvSpPr/>
          <p:nvPr/>
        </p:nvSpPr>
        <p:spPr>
          <a:xfrm>
            <a:off x="7915563" y="1791855"/>
            <a:ext cx="290945" cy="4267200"/>
          </a:xfrm>
          <a:prstGeom prst="rightBrace">
            <a:avLst/>
          </a:prstGeom>
          <a:ln w="3810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1F3F80D-6F67-847B-3A3A-7A3D1877BB5D}"/>
              </a:ext>
            </a:extLst>
          </p:cNvPr>
          <p:cNvSpPr/>
          <p:nvPr/>
        </p:nvSpPr>
        <p:spPr>
          <a:xfrm>
            <a:off x="9915236" y="1791855"/>
            <a:ext cx="360218" cy="2807854"/>
          </a:xfrm>
          <a:prstGeom prst="rightBrace">
            <a:avLst/>
          </a:prstGeom>
          <a:ln w="38100">
            <a:solidFill>
              <a:srgbClr val="F0E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2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F72B5BD-095B-1806-DE55-BA742B12F25E}"/>
              </a:ext>
            </a:extLst>
          </p:cNvPr>
          <p:cNvSpPr/>
          <p:nvPr/>
        </p:nvSpPr>
        <p:spPr>
          <a:xfrm>
            <a:off x="0" y="29425"/>
            <a:ext cx="12192000" cy="1730669"/>
          </a:xfrm>
          <a:prstGeom prst="rect">
            <a:avLst/>
          </a:prstGeom>
          <a:solidFill>
            <a:srgbClr val="FFBD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4EEF14-EBC8-1292-9D8F-56F6BF228DBE}"/>
              </a:ext>
            </a:extLst>
          </p:cNvPr>
          <p:cNvSpPr txBox="1"/>
          <p:nvPr/>
        </p:nvSpPr>
        <p:spPr>
          <a:xfrm>
            <a:off x="10028684" y="314601"/>
            <a:ext cx="2162836" cy="646331"/>
          </a:xfrm>
          <a:prstGeom prst="rect">
            <a:avLst/>
          </a:prstGeom>
          <a:solidFill>
            <a:srgbClr val="FFBDBD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Contrast 3</a:t>
            </a:r>
          </a:p>
          <a:p>
            <a:r>
              <a:rPr lang="en-US" dirty="0"/>
              <a:t>(not recommended)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EB0971-8155-85D8-B656-768234BA13D9}"/>
              </a:ext>
            </a:extLst>
          </p:cNvPr>
          <p:cNvSpPr/>
          <p:nvPr/>
        </p:nvSpPr>
        <p:spPr>
          <a:xfrm>
            <a:off x="0" y="1757209"/>
            <a:ext cx="12192000" cy="17306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A5B6FF-99C7-6F1B-135D-34148A264285}"/>
              </a:ext>
            </a:extLst>
          </p:cNvPr>
          <p:cNvSpPr txBox="1"/>
          <p:nvPr/>
        </p:nvSpPr>
        <p:spPr>
          <a:xfrm>
            <a:off x="10028684" y="2042385"/>
            <a:ext cx="122322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Contrast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4FE5B4-FA8A-9406-E7EE-35D0F08666EC}"/>
              </a:ext>
            </a:extLst>
          </p:cNvPr>
          <p:cNvSpPr/>
          <p:nvPr/>
        </p:nvSpPr>
        <p:spPr>
          <a:xfrm>
            <a:off x="0" y="3487879"/>
            <a:ext cx="12192000" cy="17306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48346A-E744-6D3B-5CD5-A9A51FC5DE39}"/>
              </a:ext>
            </a:extLst>
          </p:cNvPr>
          <p:cNvSpPr/>
          <p:nvPr/>
        </p:nvSpPr>
        <p:spPr>
          <a:xfrm>
            <a:off x="4655127" y="5624946"/>
            <a:ext cx="2881745" cy="8405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A, B, C, 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76F81D-50EA-4B68-3B31-B26A30959C19}"/>
              </a:ext>
            </a:extLst>
          </p:cNvPr>
          <p:cNvSpPr/>
          <p:nvPr/>
        </p:nvSpPr>
        <p:spPr>
          <a:xfrm>
            <a:off x="2595418" y="3773055"/>
            <a:ext cx="2156690" cy="8405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A, B, 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C086FD-E263-EB23-F37B-90DA7A28EF9E}"/>
              </a:ext>
            </a:extLst>
          </p:cNvPr>
          <p:cNvSpPr/>
          <p:nvPr/>
        </p:nvSpPr>
        <p:spPr>
          <a:xfrm>
            <a:off x="7024256" y="3773055"/>
            <a:ext cx="1343890" cy="8405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DFCBF0-C608-026E-AE50-C017A4EDE6E1}"/>
              </a:ext>
            </a:extLst>
          </p:cNvPr>
          <p:cNvCxnSpPr/>
          <p:nvPr/>
        </p:nvCxnSpPr>
        <p:spPr>
          <a:xfrm flipH="1" flipV="1">
            <a:off x="4729018" y="4784436"/>
            <a:ext cx="609600" cy="766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13A7DF-F260-A05E-33D3-DF709B01865F}"/>
              </a:ext>
            </a:extLst>
          </p:cNvPr>
          <p:cNvCxnSpPr>
            <a:cxnSpLocks/>
          </p:cNvCxnSpPr>
          <p:nvPr/>
        </p:nvCxnSpPr>
        <p:spPr>
          <a:xfrm flipV="1">
            <a:off x="6927272" y="4784435"/>
            <a:ext cx="609600" cy="766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AB0192-4455-F2D9-0199-A30D57057D58}"/>
              </a:ext>
            </a:extLst>
          </p:cNvPr>
          <p:cNvSpPr/>
          <p:nvPr/>
        </p:nvSpPr>
        <p:spPr>
          <a:xfrm>
            <a:off x="1625600" y="1958108"/>
            <a:ext cx="1256144" cy="8405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197685-1B90-9CB0-16BE-D9D6DD409194}"/>
              </a:ext>
            </a:extLst>
          </p:cNvPr>
          <p:cNvCxnSpPr/>
          <p:nvPr/>
        </p:nvCxnSpPr>
        <p:spPr>
          <a:xfrm flipH="1" flipV="1">
            <a:off x="2369127" y="2886368"/>
            <a:ext cx="609600" cy="766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0EADB1-6082-120E-CF82-2D821C3812F2}"/>
              </a:ext>
            </a:extLst>
          </p:cNvPr>
          <p:cNvSpPr/>
          <p:nvPr/>
        </p:nvSpPr>
        <p:spPr>
          <a:xfrm>
            <a:off x="4082474" y="1958108"/>
            <a:ext cx="1256144" cy="8405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E9208E-EE8A-C5C5-E6D7-E88B0D33F409}"/>
              </a:ext>
            </a:extLst>
          </p:cNvPr>
          <p:cNvCxnSpPr>
            <a:cxnSpLocks/>
          </p:cNvCxnSpPr>
          <p:nvPr/>
        </p:nvCxnSpPr>
        <p:spPr>
          <a:xfrm flipV="1">
            <a:off x="4045527" y="2886367"/>
            <a:ext cx="609600" cy="766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EF26F8B-4A98-0550-02F9-2C7C4ABC66ED}"/>
              </a:ext>
            </a:extLst>
          </p:cNvPr>
          <p:cNvSpPr/>
          <p:nvPr/>
        </p:nvSpPr>
        <p:spPr>
          <a:xfrm>
            <a:off x="7786256" y="267855"/>
            <a:ext cx="1343890" cy="8405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82063E-B19E-EC70-0DCD-0096EC0BDDDC}"/>
              </a:ext>
            </a:extLst>
          </p:cNvPr>
          <p:cNvSpPr/>
          <p:nvPr/>
        </p:nvSpPr>
        <p:spPr>
          <a:xfrm>
            <a:off x="5888182" y="267854"/>
            <a:ext cx="1343890" cy="8405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EC6587-8393-30C9-097E-98F7EB92D5F8}"/>
              </a:ext>
            </a:extLst>
          </p:cNvPr>
          <p:cNvCxnSpPr>
            <a:cxnSpLocks/>
          </p:cNvCxnSpPr>
          <p:nvPr/>
        </p:nvCxnSpPr>
        <p:spPr>
          <a:xfrm flipV="1">
            <a:off x="4862945" y="1182255"/>
            <a:ext cx="1787237" cy="28771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B857BD-4B12-7B80-1205-96EB5E4C275B}"/>
              </a:ext>
            </a:extLst>
          </p:cNvPr>
          <p:cNvCxnSpPr>
            <a:cxnSpLocks/>
          </p:cNvCxnSpPr>
          <p:nvPr/>
        </p:nvCxnSpPr>
        <p:spPr>
          <a:xfrm flipV="1">
            <a:off x="7848601" y="1230745"/>
            <a:ext cx="417944" cy="24222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1705EFC-307D-893E-8EC9-1B66D424E2D9}"/>
              </a:ext>
            </a:extLst>
          </p:cNvPr>
          <p:cNvSpPr txBox="1"/>
          <p:nvPr/>
        </p:nvSpPr>
        <p:spPr>
          <a:xfrm>
            <a:off x="10028684" y="3773055"/>
            <a:ext cx="1223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 1</a:t>
            </a:r>
          </a:p>
        </p:txBody>
      </p:sp>
      <p:sp>
        <p:nvSpPr>
          <p:cNvPr id="30" name="&quot;Not Allowed&quot; Symbol 29">
            <a:extLst>
              <a:ext uri="{FF2B5EF4-FFF2-40B4-BE49-F238E27FC236}">
                <a16:creationId xmlns:a16="http://schemas.microsoft.com/office/drawing/2014/main" id="{7DBAE88F-99B0-F0D7-39ED-D20FE4BEAF32}"/>
              </a:ext>
            </a:extLst>
          </p:cNvPr>
          <p:cNvSpPr/>
          <p:nvPr/>
        </p:nvSpPr>
        <p:spPr>
          <a:xfrm>
            <a:off x="5892874" y="1326011"/>
            <a:ext cx="782782" cy="782782"/>
          </a:xfrm>
          <a:prstGeom prst="noSmoking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&quot;Not Allowed&quot; Symbol 30">
            <a:extLst>
              <a:ext uri="{FF2B5EF4-FFF2-40B4-BE49-F238E27FC236}">
                <a16:creationId xmlns:a16="http://schemas.microsoft.com/office/drawing/2014/main" id="{D5E7D2F3-5079-A30C-ACAF-58B98BA339AB}"/>
              </a:ext>
            </a:extLst>
          </p:cNvPr>
          <p:cNvSpPr/>
          <p:nvPr/>
        </p:nvSpPr>
        <p:spPr>
          <a:xfrm>
            <a:off x="7744689" y="1424122"/>
            <a:ext cx="782782" cy="782782"/>
          </a:xfrm>
          <a:prstGeom prst="noSmoking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756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D7555A-2813-FDDC-8AC5-CE822B37A5FF}"/>
              </a:ext>
            </a:extLst>
          </p:cNvPr>
          <p:cNvSpPr/>
          <p:nvPr/>
        </p:nvSpPr>
        <p:spPr>
          <a:xfrm>
            <a:off x="1397479" y="3985404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Baseline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D41029-0A9A-B6C9-E814-B8EE7462BEED}"/>
              </a:ext>
            </a:extLst>
          </p:cNvPr>
          <p:cNvSpPr/>
          <p:nvPr/>
        </p:nvSpPr>
        <p:spPr>
          <a:xfrm>
            <a:off x="3293852" y="3985403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FF3EBC-8046-4765-3BDC-B22EE63D8B5C}"/>
              </a:ext>
            </a:extLst>
          </p:cNvPr>
          <p:cNvSpPr/>
          <p:nvPr/>
        </p:nvSpPr>
        <p:spPr>
          <a:xfrm>
            <a:off x="5190226" y="3985402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F33D6B-57B4-E132-D645-B9A447BD6266}"/>
              </a:ext>
            </a:extLst>
          </p:cNvPr>
          <p:cNvSpPr/>
          <p:nvPr/>
        </p:nvSpPr>
        <p:spPr>
          <a:xfrm>
            <a:off x="7086600" y="3985401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CEB226-0674-490E-A5AD-CCE05E3D1024}"/>
              </a:ext>
            </a:extLst>
          </p:cNvPr>
          <p:cNvSpPr/>
          <p:nvPr/>
        </p:nvSpPr>
        <p:spPr>
          <a:xfrm>
            <a:off x="8982973" y="3985400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Follow up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39021D-D652-182C-9B5B-727B6DEEB588}"/>
              </a:ext>
            </a:extLst>
          </p:cNvPr>
          <p:cNvGrpSpPr/>
          <p:nvPr/>
        </p:nvGrpSpPr>
        <p:grpSpPr>
          <a:xfrm>
            <a:off x="1392385" y="1571977"/>
            <a:ext cx="8547840" cy="2306520"/>
            <a:chOff x="1392385" y="1571977"/>
            <a:chExt cx="8547840" cy="23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632D32F-D91E-206D-8DBA-B3B1996143C9}"/>
                    </a:ext>
                  </a:extLst>
                </p14:cNvPr>
                <p14:cNvContentPartPr/>
                <p14:nvPr/>
              </p14:nvContentPartPr>
              <p14:xfrm>
                <a:off x="1920505" y="3138337"/>
                <a:ext cx="2176560" cy="685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632D32F-D91E-206D-8DBA-B3B1996143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11865" y="3129697"/>
                  <a:ext cx="219420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9B041A-878D-7EB6-B54C-0649B7E73BCE}"/>
                    </a:ext>
                  </a:extLst>
                </p14:cNvPr>
                <p14:cNvContentPartPr/>
                <p14:nvPr/>
              </p14:nvContentPartPr>
              <p14:xfrm>
                <a:off x="1690465" y="2563777"/>
                <a:ext cx="4195800" cy="1224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9B041A-878D-7EB6-B54C-0649B7E73B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1465" y="2555137"/>
                  <a:ext cx="4213440" cy="12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CA9EC4-4917-5A9A-B191-0CFB5B7B9A7D}"/>
                    </a:ext>
                  </a:extLst>
                </p14:cNvPr>
                <p14:cNvContentPartPr/>
                <p14:nvPr/>
              </p14:nvContentPartPr>
              <p14:xfrm>
                <a:off x="1430905" y="1917937"/>
                <a:ext cx="6369120" cy="1960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CA9EC4-4917-5A9A-B191-0CFB5B7B9A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22265" y="1908937"/>
                  <a:ext cx="6386760" cy="19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6B989B7-B8DC-8F2F-B95E-84E3B06591B6}"/>
                    </a:ext>
                  </a:extLst>
                </p14:cNvPr>
                <p14:cNvContentPartPr/>
                <p14:nvPr/>
              </p14:nvContentPartPr>
              <p14:xfrm>
                <a:off x="1392385" y="1571977"/>
                <a:ext cx="8547840" cy="2281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6B989B7-B8DC-8F2F-B95E-84E3B06591B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3745" y="1562977"/>
                  <a:ext cx="8565480" cy="229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5383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D7555A-2813-FDDC-8AC5-CE822B37A5FF}"/>
              </a:ext>
            </a:extLst>
          </p:cNvPr>
          <p:cNvSpPr/>
          <p:nvPr/>
        </p:nvSpPr>
        <p:spPr>
          <a:xfrm>
            <a:off x="1397479" y="3985404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Baseline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D41029-0A9A-B6C9-E814-B8EE7462BEED}"/>
              </a:ext>
            </a:extLst>
          </p:cNvPr>
          <p:cNvSpPr/>
          <p:nvPr/>
        </p:nvSpPr>
        <p:spPr>
          <a:xfrm>
            <a:off x="3293852" y="3985403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FF3EBC-8046-4765-3BDC-B22EE63D8B5C}"/>
              </a:ext>
            </a:extLst>
          </p:cNvPr>
          <p:cNvSpPr/>
          <p:nvPr/>
        </p:nvSpPr>
        <p:spPr>
          <a:xfrm>
            <a:off x="5190226" y="3985402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F33D6B-57B4-E132-D645-B9A447BD6266}"/>
              </a:ext>
            </a:extLst>
          </p:cNvPr>
          <p:cNvSpPr/>
          <p:nvPr/>
        </p:nvSpPr>
        <p:spPr>
          <a:xfrm>
            <a:off x="7086600" y="3985401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CEB226-0674-490E-A5AD-CCE05E3D1024}"/>
              </a:ext>
            </a:extLst>
          </p:cNvPr>
          <p:cNvSpPr/>
          <p:nvPr/>
        </p:nvSpPr>
        <p:spPr>
          <a:xfrm>
            <a:off x="8982973" y="3985400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Follow up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4DC969-B65B-4202-9568-F40EEC567A34}"/>
              </a:ext>
            </a:extLst>
          </p:cNvPr>
          <p:cNvGrpSpPr/>
          <p:nvPr/>
        </p:nvGrpSpPr>
        <p:grpSpPr>
          <a:xfrm>
            <a:off x="2121025" y="3217537"/>
            <a:ext cx="3640680" cy="735480"/>
            <a:chOff x="2121025" y="3217537"/>
            <a:chExt cx="3640680" cy="7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A7EF42F-F039-96ED-0CFA-AD868A07D8D8}"/>
                    </a:ext>
                  </a:extLst>
                </p14:cNvPr>
                <p14:cNvContentPartPr/>
                <p14:nvPr/>
              </p14:nvContentPartPr>
              <p14:xfrm>
                <a:off x="2121025" y="3413017"/>
                <a:ext cx="1687680" cy="540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A7EF42F-F039-96ED-0CFA-AD868A07D8D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12025" y="3404017"/>
                  <a:ext cx="170532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29F293B-AE20-0419-228D-6EAE863863C2}"/>
                    </a:ext>
                  </a:extLst>
                </p14:cNvPr>
                <p14:cNvContentPartPr/>
                <p14:nvPr/>
              </p14:nvContentPartPr>
              <p14:xfrm>
                <a:off x="4032625" y="3217537"/>
                <a:ext cx="1729080" cy="653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29F293B-AE20-0419-228D-6EAE863863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23985" y="3208537"/>
                  <a:ext cx="1746720" cy="67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8F1C64-2313-D549-FFB5-F1DE541C72F7}"/>
                  </a:ext>
                </a:extLst>
              </p14:cNvPr>
              <p14:cNvContentPartPr/>
              <p14:nvPr/>
            </p14:nvContentPartPr>
            <p14:xfrm>
              <a:off x="5919745" y="3155977"/>
              <a:ext cx="1670400" cy="72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8F1C64-2313-D549-FFB5-F1DE541C72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10745" y="3146977"/>
                <a:ext cx="1688040" cy="74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3651AA8-6F08-E956-CAA2-0011C272BA26}"/>
                  </a:ext>
                </a:extLst>
              </p14:cNvPr>
              <p14:cNvContentPartPr/>
              <p14:nvPr/>
            </p14:nvContentPartPr>
            <p14:xfrm>
              <a:off x="7836385" y="3165697"/>
              <a:ext cx="1785240" cy="637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3651AA8-6F08-E956-CAA2-0011C272BA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27385" y="3157057"/>
                <a:ext cx="1802880" cy="6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9439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D7555A-2813-FDDC-8AC5-CE822B37A5FF}"/>
              </a:ext>
            </a:extLst>
          </p:cNvPr>
          <p:cNvSpPr/>
          <p:nvPr/>
        </p:nvSpPr>
        <p:spPr>
          <a:xfrm>
            <a:off x="1397479" y="5279362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Baseline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D41029-0A9A-B6C9-E814-B8EE7462BEED}"/>
              </a:ext>
            </a:extLst>
          </p:cNvPr>
          <p:cNvSpPr/>
          <p:nvPr/>
        </p:nvSpPr>
        <p:spPr>
          <a:xfrm>
            <a:off x="3293852" y="5279361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FF3EBC-8046-4765-3BDC-B22EE63D8B5C}"/>
              </a:ext>
            </a:extLst>
          </p:cNvPr>
          <p:cNvSpPr/>
          <p:nvPr/>
        </p:nvSpPr>
        <p:spPr>
          <a:xfrm>
            <a:off x="5190226" y="5279360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F33D6B-57B4-E132-D645-B9A447BD6266}"/>
              </a:ext>
            </a:extLst>
          </p:cNvPr>
          <p:cNvSpPr/>
          <p:nvPr/>
        </p:nvSpPr>
        <p:spPr>
          <a:xfrm>
            <a:off x="7086600" y="5279359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CEB226-0674-490E-A5AD-CCE05E3D1024}"/>
              </a:ext>
            </a:extLst>
          </p:cNvPr>
          <p:cNvSpPr/>
          <p:nvPr/>
        </p:nvSpPr>
        <p:spPr>
          <a:xfrm>
            <a:off x="8982973" y="5279358"/>
            <a:ext cx="1526875" cy="767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Follow up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4BDB278-EEAE-AE6D-30AE-1D6FB42852BF}"/>
                  </a:ext>
                </a:extLst>
              </p14:cNvPr>
              <p14:cNvContentPartPr/>
              <p14:nvPr/>
            </p14:nvContentPartPr>
            <p14:xfrm>
              <a:off x="1839865" y="4586977"/>
              <a:ext cx="2031840" cy="542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4BDB278-EEAE-AE6D-30AE-1D6FB42852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0865" y="4578337"/>
                <a:ext cx="2049480" cy="56016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Right Brace 22">
            <a:extLst>
              <a:ext uri="{FF2B5EF4-FFF2-40B4-BE49-F238E27FC236}">
                <a16:creationId xmlns:a16="http://schemas.microsoft.com/office/drawing/2014/main" id="{01A7B1AB-BB4F-733E-DDDD-7DDF9558F944}"/>
              </a:ext>
            </a:extLst>
          </p:cNvPr>
          <p:cNvSpPr/>
          <p:nvPr/>
        </p:nvSpPr>
        <p:spPr>
          <a:xfrm rot="16200000">
            <a:off x="2468593" y="2659809"/>
            <a:ext cx="1281026" cy="34232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10AD264-1EBD-35A5-9349-5EDD2295DD7C}"/>
                  </a:ext>
                </a:extLst>
              </p14:cNvPr>
              <p14:cNvContentPartPr/>
              <p14:nvPr/>
            </p14:nvContentPartPr>
            <p14:xfrm>
              <a:off x="3044785" y="3390337"/>
              <a:ext cx="2658240" cy="1675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10AD264-1EBD-35A5-9349-5EDD2295DD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6145" y="3381337"/>
                <a:ext cx="2675880" cy="169308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ight Brace 24">
            <a:extLst>
              <a:ext uri="{FF2B5EF4-FFF2-40B4-BE49-F238E27FC236}">
                <a16:creationId xmlns:a16="http://schemas.microsoft.com/office/drawing/2014/main" id="{8E684955-CB30-B5B7-6392-702337572829}"/>
              </a:ext>
            </a:extLst>
          </p:cNvPr>
          <p:cNvSpPr/>
          <p:nvPr/>
        </p:nvSpPr>
        <p:spPr>
          <a:xfrm rot="16200000">
            <a:off x="3228647" y="670493"/>
            <a:ext cx="1752178" cy="522473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29AFBA1-5C60-4C86-DAB6-2DB64F417625}"/>
                  </a:ext>
                </a:extLst>
              </p14:cNvPr>
              <p14:cNvContentPartPr/>
              <p14:nvPr/>
            </p14:nvContentPartPr>
            <p14:xfrm>
              <a:off x="4105345" y="1956097"/>
              <a:ext cx="3658320" cy="3150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29AFBA1-5C60-4C86-DAB6-2DB64F4176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96705" y="1947457"/>
                <a:ext cx="3675960" cy="31680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Right Brace 26">
            <a:extLst>
              <a:ext uri="{FF2B5EF4-FFF2-40B4-BE49-F238E27FC236}">
                <a16:creationId xmlns:a16="http://schemas.microsoft.com/office/drawing/2014/main" id="{6C7EEDE7-C3DE-5B16-A96B-27B8D0DE6295}"/>
              </a:ext>
            </a:extLst>
          </p:cNvPr>
          <p:cNvSpPr/>
          <p:nvPr/>
        </p:nvSpPr>
        <p:spPr>
          <a:xfrm rot="16200000">
            <a:off x="4387303" y="-1597242"/>
            <a:ext cx="1356535" cy="694916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E98B7AE-2C27-7DB8-4D78-0AFC8CC7BE98}"/>
                  </a:ext>
                </a:extLst>
              </p14:cNvPr>
              <p14:cNvContentPartPr/>
              <p14:nvPr/>
            </p14:nvContentPartPr>
            <p14:xfrm>
              <a:off x="5016865" y="947377"/>
              <a:ext cx="5013000" cy="42476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E98B7AE-2C27-7DB8-4D78-0AFC8CC7BE9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07865" y="938737"/>
                <a:ext cx="5030640" cy="426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9399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E71FF41-7DF9-7CF6-40D1-80FCB60C10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3359330"/>
              </p:ext>
            </p:extLst>
          </p:nvPr>
        </p:nvGraphicFramePr>
        <p:xfrm>
          <a:off x="1083087" y="1685820"/>
          <a:ext cx="5162430" cy="38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DA5E484-BB18-CA96-A61B-88513976C9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3145356"/>
              </p:ext>
            </p:extLst>
          </p:nvPr>
        </p:nvGraphicFramePr>
        <p:xfrm>
          <a:off x="6829238" y="1685820"/>
          <a:ext cx="5162430" cy="38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5C9B3F-0641-391F-7890-86ACD1268C58}"/>
              </a:ext>
            </a:extLst>
          </p:cNvPr>
          <p:cNvCxnSpPr>
            <a:cxnSpLocks/>
          </p:cNvCxnSpPr>
          <p:nvPr/>
        </p:nvCxnSpPr>
        <p:spPr>
          <a:xfrm>
            <a:off x="310551" y="3478275"/>
            <a:ext cx="11681117" cy="2481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9F24A2-878D-1714-AD07-DA17DB27E436}"/>
              </a:ext>
            </a:extLst>
          </p:cNvPr>
          <p:cNvSpPr txBox="1"/>
          <p:nvPr/>
        </p:nvSpPr>
        <p:spPr>
          <a:xfrm>
            <a:off x="207847" y="2874430"/>
            <a:ext cx="91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Level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F939A-EDE6-E9B6-1B36-DEAFF5F3C4D3}"/>
              </a:ext>
            </a:extLst>
          </p:cNvPr>
          <p:cNvSpPr txBox="1"/>
          <p:nvPr/>
        </p:nvSpPr>
        <p:spPr>
          <a:xfrm>
            <a:off x="200332" y="3614239"/>
            <a:ext cx="91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4281007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78BA5F9-CB5C-90E0-1643-EDC74B42F86D}"/>
              </a:ext>
            </a:extLst>
          </p:cNvPr>
          <p:cNvSpPr/>
          <p:nvPr/>
        </p:nvSpPr>
        <p:spPr>
          <a:xfrm>
            <a:off x="6277155" y="603848"/>
            <a:ext cx="3910642" cy="3910642"/>
          </a:xfrm>
          <a:prstGeom prst="ellipse">
            <a:avLst/>
          </a:prstGeom>
          <a:solidFill>
            <a:srgbClr val="0F9ED5">
              <a:alpha val="36078"/>
            </a:srgb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Happiness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40EBEC-9F92-A231-EA11-14AC5B4B177E}"/>
              </a:ext>
            </a:extLst>
          </p:cNvPr>
          <p:cNvSpPr/>
          <p:nvPr/>
        </p:nvSpPr>
        <p:spPr>
          <a:xfrm>
            <a:off x="3735237" y="836760"/>
            <a:ext cx="3910642" cy="3910642"/>
          </a:xfrm>
          <a:prstGeom prst="ellipse">
            <a:avLst/>
          </a:prstGeom>
          <a:solidFill>
            <a:srgbClr val="FFC000">
              <a:alpha val="36078"/>
            </a:srgb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Meditation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9D740B-2CEA-D69F-64EC-90948973469A}"/>
              </a:ext>
            </a:extLst>
          </p:cNvPr>
          <p:cNvSpPr/>
          <p:nvPr/>
        </p:nvSpPr>
        <p:spPr>
          <a:xfrm>
            <a:off x="5241985" y="2675625"/>
            <a:ext cx="3910642" cy="3910642"/>
          </a:xfrm>
          <a:prstGeom prst="ellipse">
            <a:avLst/>
          </a:prstGeom>
          <a:solidFill>
            <a:srgbClr val="7030A0">
              <a:alpha val="36078"/>
            </a:srgb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Stress</a:t>
            </a:r>
          </a:p>
        </p:txBody>
      </p:sp>
    </p:spTree>
    <p:extLst>
      <p:ext uri="{BB962C8B-B14F-4D97-AF65-F5344CB8AC3E}">
        <p14:creationId xmlns:p14="http://schemas.microsoft.com/office/powerpoint/2010/main" val="2410336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13428</TotalTime>
  <Words>175</Words>
  <Application>Microsoft Office PowerPoint</Application>
  <PresentationFormat>Widescreen</PresentationFormat>
  <Paragraphs>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Minnesota State University, Mankato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Campana, Kristie L</dc:creator>
  <cp:lastModifiedBy>Campana, Kristie L</cp:lastModifiedBy>
  <cp:revision>1</cp:revision>
  <dcterms:created xsi:type="dcterms:W3CDTF">2026-04-28T16:35:10Z</dcterms:created>
  <dcterms:modified xsi:type="dcterms:W3CDTF">2026-08-11T00:19:03Z</dcterms:modified>
</cp:coreProperties>
</file>